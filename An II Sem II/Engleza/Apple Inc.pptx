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2" r:id="rId3"/>
    <p:sldId id="267" r:id="rId4"/>
    <p:sldId id="268" r:id="rId5"/>
    <p:sldId id="261" r:id="rId6"/>
    <p:sldId id="263" r:id="rId7"/>
    <p:sldId id="271" r:id="rId8"/>
    <p:sldId id="272" r:id="rId9"/>
    <p:sldId id="276" r:id="rId10"/>
    <p:sldId id="277" r:id="rId11"/>
    <p:sldId id="278" r:id="rId12"/>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79" autoAdjust="0"/>
    <p:restoredTop sz="94668"/>
  </p:normalViewPr>
  <p:slideViewPr>
    <p:cSldViewPr snapToGrid="0">
      <p:cViewPr varScale="1">
        <p:scale>
          <a:sx n="108" d="100"/>
          <a:sy n="108" d="100"/>
        </p:scale>
        <p:origin x="1116" y="10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8C779-53F9-4B8D-AD5F-BEAD13BD63BC}" type="datetimeFigureOut">
              <a:rPr lang="en-IN" smtClean="0"/>
              <a:t>05-12-2023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5E8DA6-9156-47F5-9A38-C015F9918737}" type="slidenum">
              <a:rPr lang="en-IN" smtClean="0"/>
              <a:t>‹#›</a:t>
            </a:fld>
            <a:endParaRPr lang="en-IN"/>
          </a:p>
        </p:txBody>
      </p:sp>
    </p:spTree>
    <p:extLst>
      <p:ext uri="{BB962C8B-B14F-4D97-AF65-F5344CB8AC3E}">
        <p14:creationId xmlns:p14="http://schemas.microsoft.com/office/powerpoint/2010/main" val="1631839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O" dirty="0"/>
          </a:p>
        </p:txBody>
      </p:sp>
      <p:sp>
        <p:nvSpPr>
          <p:cNvPr id="4" name="Slide Number Placeholder 3"/>
          <p:cNvSpPr>
            <a:spLocks noGrp="1"/>
          </p:cNvSpPr>
          <p:nvPr>
            <p:ph type="sldNum" sz="quarter" idx="5"/>
          </p:nvPr>
        </p:nvSpPr>
        <p:spPr/>
        <p:txBody>
          <a:bodyPr/>
          <a:lstStyle/>
          <a:p>
            <a:fld id="{335E8DA6-9156-47F5-9A38-C015F9918737}" type="slidenum">
              <a:rPr lang="en-IN" smtClean="0"/>
              <a:t>1</a:t>
            </a:fld>
            <a:endParaRPr lang="en-IN"/>
          </a:p>
        </p:txBody>
      </p:sp>
    </p:spTree>
    <p:extLst>
      <p:ext uri="{BB962C8B-B14F-4D97-AF65-F5344CB8AC3E}">
        <p14:creationId xmlns:p14="http://schemas.microsoft.com/office/powerpoint/2010/main" val="2147761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O" dirty="0"/>
          </a:p>
        </p:txBody>
      </p:sp>
      <p:sp>
        <p:nvSpPr>
          <p:cNvPr id="4" name="Slide Number Placeholder 3"/>
          <p:cNvSpPr>
            <a:spLocks noGrp="1"/>
          </p:cNvSpPr>
          <p:nvPr>
            <p:ph type="sldNum" sz="quarter" idx="5"/>
          </p:nvPr>
        </p:nvSpPr>
        <p:spPr/>
        <p:txBody>
          <a:bodyPr/>
          <a:lstStyle/>
          <a:p>
            <a:fld id="{335E8DA6-9156-47F5-9A38-C015F9918737}" type="slidenum">
              <a:rPr lang="en-IN" smtClean="0"/>
              <a:t>9</a:t>
            </a:fld>
            <a:endParaRPr lang="en-IN"/>
          </a:p>
        </p:txBody>
      </p:sp>
    </p:spTree>
    <p:extLst>
      <p:ext uri="{BB962C8B-B14F-4D97-AF65-F5344CB8AC3E}">
        <p14:creationId xmlns:p14="http://schemas.microsoft.com/office/powerpoint/2010/main" val="2520398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O" dirty="0"/>
          </a:p>
        </p:txBody>
      </p:sp>
      <p:sp>
        <p:nvSpPr>
          <p:cNvPr id="4" name="Slide Number Placeholder 3"/>
          <p:cNvSpPr>
            <a:spLocks noGrp="1"/>
          </p:cNvSpPr>
          <p:nvPr>
            <p:ph type="sldNum" sz="quarter" idx="5"/>
          </p:nvPr>
        </p:nvSpPr>
        <p:spPr/>
        <p:txBody>
          <a:bodyPr/>
          <a:lstStyle/>
          <a:p>
            <a:fld id="{335E8DA6-9156-47F5-9A38-C015F9918737}" type="slidenum">
              <a:rPr lang="en-IN" smtClean="0"/>
              <a:t>10</a:t>
            </a:fld>
            <a:endParaRPr lang="en-IN"/>
          </a:p>
        </p:txBody>
      </p:sp>
    </p:spTree>
    <p:extLst>
      <p:ext uri="{BB962C8B-B14F-4D97-AF65-F5344CB8AC3E}">
        <p14:creationId xmlns:p14="http://schemas.microsoft.com/office/powerpoint/2010/main" val="1549554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B294B-9A64-5F8D-FCD9-A6E2A2B6E6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F2A363-65DE-4464-114B-D6B9F6758A8F}"/>
              </a:ext>
            </a:extLst>
          </p:cNvPr>
          <p:cNvSpPr>
            <a:spLocks noGrp="1"/>
          </p:cNvSpPr>
          <p:nvPr>
            <p:ph type="dt" sz="half" idx="10"/>
          </p:nvPr>
        </p:nvSpPr>
        <p:spPr/>
        <p:txBody>
          <a:bodyPr/>
          <a:lstStyle/>
          <a:p>
            <a:fld id="{CFA0453E-560E-41C9-BD18-FCFF32CF9E95}" type="datetimeFigureOut">
              <a:rPr lang="en-IN" smtClean="0"/>
              <a:t>05-12-2023</a:t>
            </a:fld>
            <a:endParaRPr lang="en-IN"/>
          </a:p>
        </p:txBody>
      </p:sp>
      <p:sp>
        <p:nvSpPr>
          <p:cNvPr id="4" name="Footer Placeholder 3">
            <a:extLst>
              <a:ext uri="{FF2B5EF4-FFF2-40B4-BE49-F238E27FC236}">
                <a16:creationId xmlns:a16="http://schemas.microsoft.com/office/drawing/2014/main" id="{001CA602-6269-B632-E949-0AB11C5110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120385-29A7-30A7-93E1-004AD51AA684}"/>
              </a:ext>
            </a:extLst>
          </p:cNvPr>
          <p:cNvSpPr>
            <a:spLocks noGrp="1"/>
          </p:cNvSpPr>
          <p:nvPr>
            <p:ph type="sldNum" sz="quarter" idx="12"/>
          </p:nvPr>
        </p:nvSpPr>
        <p:spPr/>
        <p:txBody>
          <a:bodyPr/>
          <a:lstStyle/>
          <a:p>
            <a:fld id="{A1823F5C-0D1F-44D0-9D53-3DCDBD9997E0}" type="slidenum">
              <a:rPr lang="en-IN" smtClean="0"/>
              <a:t>‹#›</a:t>
            </a:fld>
            <a:endParaRPr lang="en-IN"/>
          </a:p>
        </p:txBody>
      </p:sp>
    </p:spTree>
    <p:extLst>
      <p:ext uri="{BB962C8B-B14F-4D97-AF65-F5344CB8AC3E}">
        <p14:creationId xmlns:p14="http://schemas.microsoft.com/office/powerpoint/2010/main" val="148732964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8650D-5853-28B4-6DA9-AE64F68B1D29}"/>
              </a:ext>
            </a:extLst>
          </p:cNvPr>
          <p:cNvSpPr>
            <a:spLocks noGrp="1"/>
          </p:cNvSpPr>
          <p:nvPr>
            <p:ph type="dt" sz="half" idx="10"/>
          </p:nvPr>
        </p:nvSpPr>
        <p:spPr/>
        <p:txBody>
          <a:bodyPr/>
          <a:lstStyle/>
          <a:p>
            <a:fld id="{CFA0453E-560E-41C9-BD18-FCFF32CF9E95}" type="datetimeFigureOut">
              <a:rPr lang="en-IN" smtClean="0"/>
              <a:t>05-12-2023</a:t>
            </a:fld>
            <a:endParaRPr lang="en-IN"/>
          </a:p>
        </p:txBody>
      </p:sp>
      <p:sp>
        <p:nvSpPr>
          <p:cNvPr id="3" name="Footer Placeholder 2">
            <a:extLst>
              <a:ext uri="{FF2B5EF4-FFF2-40B4-BE49-F238E27FC236}">
                <a16:creationId xmlns:a16="http://schemas.microsoft.com/office/drawing/2014/main" id="{02036D10-49C6-7582-80C1-D289747CDC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A7CB7B-0D51-8862-B7CE-0E6CB67D8F7F}"/>
              </a:ext>
            </a:extLst>
          </p:cNvPr>
          <p:cNvSpPr>
            <a:spLocks noGrp="1"/>
          </p:cNvSpPr>
          <p:nvPr>
            <p:ph type="sldNum" sz="quarter" idx="12"/>
          </p:nvPr>
        </p:nvSpPr>
        <p:spPr/>
        <p:txBody>
          <a:bodyPr/>
          <a:lstStyle/>
          <a:p>
            <a:fld id="{A1823F5C-0D1F-44D0-9D53-3DCDBD9997E0}" type="slidenum">
              <a:rPr lang="en-IN" smtClean="0"/>
              <a:t>‹#›</a:t>
            </a:fld>
            <a:endParaRPr lang="en-IN"/>
          </a:p>
        </p:txBody>
      </p:sp>
      <p:grpSp>
        <p:nvGrpSpPr>
          <p:cNvPr id="5" name="Group 4">
            <a:extLst>
              <a:ext uri="{FF2B5EF4-FFF2-40B4-BE49-F238E27FC236}">
                <a16:creationId xmlns:a16="http://schemas.microsoft.com/office/drawing/2014/main" id="{5843FC4A-4BF4-7802-E113-8F4900A41B62}"/>
              </a:ext>
            </a:extLst>
          </p:cNvPr>
          <p:cNvGrpSpPr/>
          <p:nvPr userDrawn="1"/>
        </p:nvGrpSpPr>
        <p:grpSpPr>
          <a:xfrm>
            <a:off x="264035" y="282859"/>
            <a:ext cx="538285" cy="538285"/>
            <a:chOff x="321076" y="315151"/>
            <a:chExt cx="538285" cy="538285"/>
          </a:xfrm>
        </p:grpSpPr>
        <p:sp>
          <p:nvSpPr>
            <p:cNvPr id="6" name="Freeform: Shape 5">
              <a:extLst>
                <a:ext uri="{FF2B5EF4-FFF2-40B4-BE49-F238E27FC236}">
                  <a16:creationId xmlns:a16="http://schemas.microsoft.com/office/drawing/2014/main" id="{2A046898-A483-DD2C-7E81-717040D44964}"/>
                </a:ext>
              </a:extLst>
            </p:cNvPr>
            <p:cNvSpPr/>
            <p:nvPr/>
          </p:nvSpPr>
          <p:spPr>
            <a:xfrm>
              <a:off x="321076" y="315151"/>
              <a:ext cx="538285" cy="538285"/>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gradFill>
              <a:gsLst>
                <a:gs pos="0">
                  <a:srgbClr val="1B1C1F"/>
                </a:gs>
                <a:gs pos="53000">
                  <a:srgbClr val="4A4C51"/>
                </a:gs>
                <a:gs pos="100000">
                  <a:srgbClr val="ACACAC"/>
                </a:gs>
              </a:gsLst>
              <a:lin ang="18900000" scaled="1"/>
            </a:gradFill>
            <a:ln w="3429" cap="flat">
              <a:noFill/>
              <a:prstDash val="solid"/>
              <a:miter/>
            </a:ln>
          </p:spPr>
          <p:txBody>
            <a:bodyPr rtlCol="0" anchor="ctr"/>
            <a:lstStyle/>
            <a:p>
              <a:endParaRPr lang="en-US"/>
            </a:p>
          </p:txBody>
        </p:sp>
        <p:sp>
          <p:nvSpPr>
            <p:cNvPr id="7" name="Oval 6">
              <a:extLst>
                <a:ext uri="{FF2B5EF4-FFF2-40B4-BE49-F238E27FC236}">
                  <a16:creationId xmlns:a16="http://schemas.microsoft.com/office/drawing/2014/main" id="{9BB6A986-F570-9370-ECF5-D775C29CDE89}"/>
                </a:ext>
              </a:extLst>
            </p:cNvPr>
            <p:cNvSpPr/>
            <p:nvPr/>
          </p:nvSpPr>
          <p:spPr>
            <a:xfrm>
              <a:off x="412418" y="406493"/>
              <a:ext cx="355600" cy="355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10" descr="Apple Logo and symbol, meaning, history, PNG, brand">
              <a:extLst>
                <a:ext uri="{FF2B5EF4-FFF2-40B4-BE49-F238E27FC236}">
                  <a16:creationId xmlns:a16="http://schemas.microsoft.com/office/drawing/2014/main" id="{D30064D2-02B4-55B9-B37A-34E4505282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63539" y="456786"/>
              <a:ext cx="453358" cy="25501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23714225"/>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355DDE-C3B5-1511-6AF6-F52EB7741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5F8F62-E655-2A86-9C74-BDDEAECD1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EE0FDF-A7ED-801D-5012-919876ED8D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A0453E-560E-41C9-BD18-FCFF32CF9E95}" type="datetimeFigureOut">
              <a:rPr lang="en-IN" smtClean="0"/>
              <a:t>05-12-2023</a:t>
            </a:fld>
            <a:endParaRPr lang="en-IN"/>
          </a:p>
        </p:txBody>
      </p:sp>
      <p:sp>
        <p:nvSpPr>
          <p:cNvPr id="5" name="Footer Placeholder 4">
            <a:extLst>
              <a:ext uri="{FF2B5EF4-FFF2-40B4-BE49-F238E27FC236}">
                <a16:creationId xmlns:a16="http://schemas.microsoft.com/office/drawing/2014/main" id="{49240CB5-6804-FD71-9F7D-3CB8A0E0EA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F1B3AC8-0A80-5D65-C31B-C3E371413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823F5C-0D1F-44D0-9D53-3DCDBD9997E0}" type="slidenum">
              <a:rPr lang="en-IN" smtClean="0"/>
              <a:t>‹#›</a:t>
            </a:fld>
            <a:endParaRPr lang="en-IN"/>
          </a:p>
        </p:txBody>
      </p:sp>
    </p:spTree>
    <p:extLst>
      <p:ext uri="{BB962C8B-B14F-4D97-AF65-F5344CB8AC3E}">
        <p14:creationId xmlns:p14="http://schemas.microsoft.com/office/powerpoint/2010/main" val="3859610407"/>
      </p:ext>
    </p:extLst>
  </p:cSld>
  <p:clrMap bg1="lt1" tx1="dk1" bg2="lt2" tx2="dk2" accent1="accent1" accent2="accent2" accent3="accent3" accent4="accent4" accent5="accent5" accent6="accent6" hlink="hlink" folHlink="folHlink"/>
  <p:sldLayoutIdLst>
    <p:sldLayoutId id="2147483654" r:id="rId1"/>
    <p:sldLayoutId id="2147483655" r:id="rId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0425544-610C-90E5-BD81-0F1176250253}"/>
              </a:ext>
            </a:extLst>
          </p:cNvPr>
          <p:cNvGrpSpPr/>
          <p:nvPr/>
        </p:nvGrpSpPr>
        <p:grpSpPr>
          <a:xfrm>
            <a:off x="-85344" y="0"/>
            <a:ext cx="12192000" cy="6858000"/>
            <a:chOff x="0" y="0"/>
            <a:chExt cx="12192000" cy="6858000"/>
          </a:xfrm>
        </p:grpSpPr>
        <p:pic>
          <p:nvPicPr>
            <p:cNvPr id="4" name="Graphic 2">
              <a:extLst>
                <a:ext uri="{FF2B5EF4-FFF2-40B4-BE49-F238E27FC236}">
                  <a16:creationId xmlns:a16="http://schemas.microsoft.com/office/drawing/2014/main" id="{8E3E390A-F1D2-E675-C749-993191E62F57}"/>
                </a:ext>
              </a:extLst>
            </p:cNvPr>
            <p:cNvPicPr>
              <a:picLocks noChangeAspect="1"/>
            </p:cNvPicPr>
            <p:nvPr/>
          </p:nvPicPr>
          <p:blipFill>
            <a:blip r:embed="rId3">
              <a:duotone>
                <a:prstClr val="black"/>
                <a:schemeClr val="tx2">
                  <a:tint val="45000"/>
                  <a:satMod val="400000"/>
                </a:schemeClr>
              </a:duotone>
            </a:blip>
            <a:srcRect t="15662" r="18707" b="27368"/>
            <a:stretch>
              <a:fillRect/>
            </a:stretch>
          </p:blipFill>
          <p:spPr>
            <a:xfrm>
              <a:off x="3267428" y="0"/>
              <a:ext cx="8924572" cy="6858000"/>
            </a:xfrm>
            <a:custGeom>
              <a:avLst/>
              <a:gdLst>
                <a:gd name="connsiteX0" fmla="*/ 0 w 10978285"/>
                <a:gd name="connsiteY0" fmla="*/ 0 h 12037714"/>
                <a:gd name="connsiteX1" fmla="*/ 10978286 w 10978285"/>
                <a:gd name="connsiteY1" fmla="*/ 0 h 12037714"/>
                <a:gd name="connsiteX2" fmla="*/ 10978286 w 10978285"/>
                <a:gd name="connsiteY2" fmla="*/ 12037715 h 12037714"/>
                <a:gd name="connsiteX3" fmla="*/ 0 w 10978285"/>
                <a:gd name="connsiteY3" fmla="*/ 12037715 h 12037714"/>
              </a:gdLst>
              <a:ahLst/>
              <a:cxnLst>
                <a:cxn ang="0">
                  <a:pos x="connsiteX0" y="connsiteY0"/>
                </a:cxn>
                <a:cxn ang="0">
                  <a:pos x="connsiteX1" y="connsiteY1"/>
                </a:cxn>
                <a:cxn ang="0">
                  <a:pos x="connsiteX2" y="connsiteY2"/>
                </a:cxn>
                <a:cxn ang="0">
                  <a:pos x="connsiteX3" y="connsiteY3"/>
                </a:cxn>
              </a:cxnLst>
              <a:rect l="l" t="t" r="r" b="b"/>
              <a:pathLst>
                <a:path w="10978285" h="12037714">
                  <a:moveTo>
                    <a:pt x="0" y="0"/>
                  </a:moveTo>
                  <a:lnTo>
                    <a:pt x="10978286" y="0"/>
                  </a:lnTo>
                  <a:lnTo>
                    <a:pt x="10978286" y="12037715"/>
                  </a:lnTo>
                  <a:lnTo>
                    <a:pt x="0" y="12037715"/>
                  </a:lnTo>
                  <a:close/>
                </a:path>
              </a:pathLst>
            </a:custGeom>
          </p:spPr>
        </p:pic>
        <p:sp>
          <p:nvSpPr>
            <p:cNvPr id="21" name="TextBox 20">
              <a:extLst>
                <a:ext uri="{FF2B5EF4-FFF2-40B4-BE49-F238E27FC236}">
                  <a16:creationId xmlns:a16="http://schemas.microsoft.com/office/drawing/2014/main" id="{C73831BC-6DFE-ED02-D2B3-70F025089274}"/>
                </a:ext>
              </a:extLst>
            </p:cNvPr>
            <p:cNvSpPr txBox="1"/>
            <p:nvPr/>
          </p:nvSpPr>
          <p:spPr>
            <a:xfrm>
              <a:off x="893662" y="421196"/>
              <a:ext cx="6096000" cy="261610"/>
            </a:xfrm>
            <a:prstGeom prst="rect">
              <a:avLst/>
            </a:prstGeom>
            <a:noFill/>
          </p:spPr>
          <p:txBody>
            <a:bodyPr wrap="square">
              <a:spAutoFit/>
            </a:bodyPr>
            <a:lstStyle/>
            <a:p>
              <a:r>
                <a:rPr lang="en-IN" sz="1050" dirty="0">
                  <a:solidFill>
                    <a:schemeClr val="bg1"/>
                  </a:solidFill>
                  <a:latin typeface="Montserrat" panose="00000500000000000000" pitchFamily="2" charset="0"/>
                </a:rPr>
                <a:t>The Apple Inc</a:t>
              </a:r>
            </a:p>
          </p:txBody>
        </p:sp>
        <p:grpSp>
          <p:nvGrpSpPr>
            <p:cNvPr id="2" name="Group 1">
              <a:extLst>
                <a:ext uri="{FF2B5EF4-FFF2-40B4-BE49-F238E27FC236}">
                  <a16:creationId xmlns:a16="http://schemas.microsoft.com/office/drawing/2014/main" id="{B21D9A22-7D4A-EACD-8023-61F476145483}"/>
                </a:ext>
              </a:extLst>
            </p:cNvPr>
            <p:cNvGrpSpPr/>
            <p:nvPr/>
          </p:nvGrpSpPr>
          <p:grpSpPr>
            <a:xfrm>
              <a:off x="0" y="905955"/>
              <a:ext cx="11201399" cy="5050163"/>
              <a:chOff x="0" y="905955"/>
              <a:chExt cx="11201399" cy="5050163"/>
            </a:xfrm>
          </p:grpSpPr>
          <p:pic>
            <p:nvPicPr>
              <p:cNvPr id="1028" name="Picture 4" descr="official-apple-logo-png ~ Warren Berger : Warren Berger">
                <a:extLst>
                  <a:ext uri="{FF2B5EF4-FFF2-40B4-BE49-F238E27FC236}">
                    <a16:creationId xmlns:a16="http://schemas.microsoft.com/office/drawing/2014/main" id="{75A5E3D4-87AE-5338-0BA7-7163D27FD11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027862" y="905955"/>
                <a:ext cx="4173537" cy="504609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C6A4663A-C023-0DD8-E35B-6C4B24B87E7C}"/>
                  </a:ext>
                </a:extLst>
              </p:cNvPr>
              <p:cNvGrpSpPr/>
              <p:nvPr/>
            </p:nvGrpSpPr>
            <p:grpSpPr>
              <a:xfrm>
                <a:off x="0" y="2763930"/>
                <a:ext cx="6750050" cy="3192188"/>
                <a:chOff x="277812" y="2662407"/>
                <a:chExt cx="6750050" cy="3192188"/>
              </a:xfrm>
            </p:grpSpPr>
            <p:sp>
              <p:nvSpPr>
                <p:cNvPr id="8" name="TextBox 7">
                  <a:extLst>
                    <a:ext uri="{FF2B5EF4-FFF2-40B4-BE49-F238E27FC236}">
                      <a16:creationId xmlns:a16="http://schemas.microsoft.com/office/drawing/2014/main" id="{B600D099-5836-8681-EAF5-B1C4592B389D}"/>
                    </a:ext>
                  </a:extLst>
                </p:cNvPr>
                <p:cNvSpPr txBox="1"/>
                <p:nvPr/>
              </p:nvSpPr>
              <p:spPr>
                <a:xfrm>
                  <a:off x="654843" y="2662407"/>
                  <a:ext cx="5995988" cy="1015663"/>
                </a:xfrm>
                <a:prstGeom prst="rect">
                  <a:avLst/>
                </a:prstGeom>
                <a:noFill/>
              </p:spPr>
              <p:txBody>
                <a:bodyPr wrap="square">
                  <a:spAutoFit/>
                </a:bodyPr>
                <a:lstStyle/>
                <a:p>
                  <a:pPr algn="ctr"/>
                  <a:r>
                    <a:rPr lang="en-IN" sz="6000" b="1">
                      <a:solidFill>
                        <a:schemeClr val="bg1"/>
                      </a:solidFill>
                      <a:latin typeface="Montserrat" panose="00000500000000000000" pitchFamily="2" charset="0"/>
                    </a:rPr>
                    <a:t>The Apple Inc</a:t>
                  </a:r>
                </a:p>
              </p:txBody>
            </p:sp>
            <p:sp>
              <p:nvSpPr>
                <p:cNvPr id="22" name="TextBox 21">
                  <a:extLst>
                    <a:ext uri="{FF2B5EF4-FFF2-40B4-BE49-F238E27FC236}">
                      <a16:creationId xmlns:a16="http://schemas.microsoft.com/office/drawing/2014/main" id="{4001A53F-1E09-0D36-AAE3-1386F521D829}"/>
                    </a:ext>
                  </a:extLst>
                </p:cNvPr>
                <p:cNvSpPr txBox="1"/>
                <p:nvPr/>
              </p:nvSpPr>
              <p:spPr>
                <a:xfrm>
                  <a:off x="277812" y="3730937"/>
                  <a:ext cx="6750050" cy="2123658"/>
                </a:xfrm>
                <a:prstGeom prst="rect">
                  <a:avLst/>
                </a:prstGeom>
                <a:noFill/>
              </p:spPr>
              <p:txBody>
                <a:bodyPr wrap="square">
                  <a:spAutoFit/>
                </a:bodyPr>
                <a:lstStyle/>
                <a:p>
                  <a:pPr algn="ctr"/>
                  <a:r>
                    <a:rPr lang="en-IN" sz="1100" b="1" dirty="0">
                      <a:solidFill>
                        <a:schemeClr val="bg1"/>
                      </a:solidFill>
                      <a:latin typeface="Montserrat" panose="00000500000000000000" pitchFamily="2" charset="0"/>
                    </a:rPr>
                    <a:t>Project made by </a:t>
                  </a:r>
                </a:p>
                <a:p>
                  <a:pPr algn="ctr"/>
                  <a:r>
                    <a:rPr lang="en-IN" sz="1100" b="1" dirty="0" err="1">
                      <a:solidFill>
                        <a:schemeClr val="bg1"/>
                      </a:solidFill>
                      <a:latin typeface="Montserrat" panose="00000500000000000000" pitchFamily="2" charset="0"/>
                    </a:rPr>
                    <a:t>Butnariu</a:t>
                  </a:r>
                  <a:r>
                    <a:rPr lang="en-IN" sz="1100" b="1" dirty="0">
                      <a:solidFill>
                        <a:schemeClr val="bg1"/>
                      </a:solidFill>
                      <a:latin typeface="Montserrat" panose="00000500000000000000" pitchFamily="2" charset="0"/>
                    </a:rPr>
                    <a:t> Diana-Cristina </a:t>
                  </a:r>
                </a:p>
                <a:p>
                  <a:pPr algn="ctr"/>
                  <a:r>
                    <a:rPr lang="en-IN" sz="1100" b="1" dirty="0">
                      <a:solidFill>
                        <a:schemeClr val="bg1"/>
                      </a:solidFill>
                      <a:latin typeface="Montserrat" panose="00000500000000000000" pitchFamily="2" charset="0"/>
                    </a:rPr>
                    <a:t>and </a:t>
                  </a:r>
                </a:p>
                <a:p>
                  <a:pPr algn="ctr"/>
                  <a:r>
                    <a:rPr lang="en-IN" sz="1100" b="1" dirty="0" err="1">
                      <a:solidFill>
                        <a:schemeClr val="bg1"/>
                      </a:solidFill>
                      <a:latin typeface="Montserrat" panose="00000500000000000000" pitchFamily="2" charset="0"/>
                    </a:rPr>
                    <a:t>Busnatu</a:t>
                  </a:r>
                  <a:r>
                    <a:rPr lang="en-IN" sz="1100" b="1" dirty="0">
                      <a:solidFill>
                        <a:schemeClr val="bg1"/>
                      </a:solidFill>
                      <a:latin typeface="Montserrat" panose="00000500000000000000" pitchFamily="2" charset="0"/>
                    </a:rPr>
                    <a:t> Flavia-Paula</a:t>
                  </a:r>
                </a:p>
                <a:p>
                  <a:pPr algn="ctr"/>
                  <a:r>
                    <a:rPr lang="en-IN" sz="1100" b="1" i="0" dirty="0">
                      <a:solidFill>
                        <a:schemeClr val="bg1"/>
                      </a:solidFill>
                      <a:effectLst/>
                      <a:latin typeface="Montserrat" panose="00000500000000000000" pitchFamily="2" charset="0"/>
                    </a:rPr>
                    <a:t>Group 222 </a:t>
                  </a:r>
                </a:p>
                <a:p>
                  <a:pPr algn="ctr"/>
                  <a:endParaRPr lang="en-IN" sz="1100" b="1" dirty="0">
                    <a:solidFill>
                      <a:schemeClr val="bg1"/>
                    </a:solidFill>
                    <a:latin typeface="Montserrat" panose="00000500000000000000" pitchFamily="2" charset="0"/>
                  </a:endParaRPr>
                </a:p>
                <a:p>
                  <a:pPr algn="ctr"/>
                  <a:endParaRPr lang="en-IN" sz="1100" b="1" dirty="0">
                    <a:solidFill>
                      <a:schemeClr val="bg1"/>
                    </a:solidFill>
                    <a:latin typeface="Montserrat" panose="00000500000000000000" pitchFamily="2" charset="0"/>
                  </a:endParaRPr>
                </a:p>
                <a:p>
                  <a:pPr algn="ctr"/>
                  <a:endParaRPr lang="en-IN" sz="1100" b="1" dirty="0">
                    <a:solidFill>
                      <a:schemeClr val="bg1"/>
                    </a:solidFill>
                    <a:latin typeface="Montserrat" panose="00000500000000000000" pitchFamily="2" charset="0"/>
                  </a:endParaRPr>
                </a:p>
                <a:p>
                  <a:pPr algn="ctr"/>
                  <a:endParaRPr lang="en-IN" sz="1100" b="1" dirty="0">
                    <a:solidFill>
                      <a:schemeClr val="bg1"/>
                    </a:solidFill>
                    <a:latin typeface="Montserrat" panose="00000500000000000000" pitchFamily="2" charset="0"/>
                  </a:endParaRPr>
                </a:p>
                <a:p>
                  <a:pPr algn="ctr"/>
                  <a:endParaRPr lang="en-IN" sz="1100" b="1" dirty="0">
                    <a:solidFill>
                      <a:schemeClr val="bg1"/>
                    </a:solidFill>
                    <a:latin typeface="Montserrat" panose="00000500000000000000" pitchFamily="2" charset="0"/>
                  </a:endParaRPr>
                </a:p>
                <a:p>
                  <a:pPr algn="ctr"/>
                  <a:endParaRPr lang="en-IN" sz="1100" b="1" dirty="0">
                    <a:solidFill>
                      <a:schemeClr val="bg1"/>
                    </a:solidFill>
                    <a:latin typeface="Montserrat" panose="00000500000000000000" pitchFamily="2" charset="0"/>
                  </a:endParaRPr>
                </a:p>
                <a:p>
                  <a:pPr algn="ctr"/>
                  <a:endParaRPr lang="en-IN" sz="1100" b="1" dirty="0">
                    <a:solidFill>
                      <a:schemeClr val="bg1"/>
                    </a:solidFill>
                    <a:latin typeface="Montserrat" pitchFamily="2" charset="77"/>
                  </a:endParaRPr>
                </a:p>
              </p:txBody>
            </p:sp>
          </p:grpSp>
        </p:grpSp>
      </p:grpSp>
    </p:spTree>
    <p:extLst>
      <p:ext uri="{BB962C8B-B14F-4D97-AF65-F5344CB8AC3E}">
        <p14:creationId xmlns:p14="http://schemas.microsoft.com/office/powerpoint/2010/main" val="28392969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1E217701-0E1E-5F1C-AA5F-F7311807D463}"/>
              </a:ext>
            </a:extLst>
          </p:cNvPr>
          <p:cNvSpPr txBox="1"/>
          <p:nvPr/>
        </p:nvSpPr>
        <p:spPr>
          <a:xfrm>
            <a:off x="1" y="934811"/>
            <a:ext cx="12191999" cy="523220"/>
          </a:xfrm>
          <a:prstGeom prst="rect">
            <a:avLst/>
          </a:prstGeom>
          <a:noFill/>
        </p:spPr>
        <p:txBody>
          <a:bodyPr wrap="square">
            <a:spAutoFit/>
          </a:bodyPr>
          <a:lstStyle/>
          <a:p>
            <a:pPr algn="ctr"/>
            <a:r>
              <a:rPr lang="en-US" sz="2800" b="1">
                <a:solidFill>
                  <a:schemeClr val="tx1">
                    <a:lumMod val="85000"/>
                    <a:lumOff val="15000"/>
                  </a:schemeClr>
                </a:solidFill>
                <a:latin typeface="Montserrat" panose="00000500000000000000" pitchFamily="2" charset="0"/>
              </a:rPr>
              <a:t>History </a:t>
            </a:r>
            <a:endParaRPr lang="en-IN" sz="2800" b="1">
              <a:solidFill>
                <a:schemeClr val="tx1">
                  <a:lumMod val="85000"/>
                  <a:lumOff val="15000"/>
                </a:schemeClr>
              </a:solidFill>
              <a:latin typeface="Montserrat" pitchFamily="2" charset="77"/>
            </a:endParaRPr>
          </a:p>
        </p:txBody>
      </p:sp>
      <p:grpSp>
        <p:nvGrpSpPr>
          <p:cNvPr id="43" name="Group 42">
            <a:extLst>
              <a:ext uri="{FF2B5EF4-FFF2-40B4-BE49-F238E27FC236}">
                <a16:creationId xmlns:a16="http://schemas.microsoft.com/office/drawing/2014/main" id="{BC4E723B-F788-53F2-C30C-12AA15CBB0A2}"/>
              </a:ext>
            </a:extLst>
          </p:cNvPr>
          <p:cNvGrpSpPr/>
          <p:nvPr/>
        </p:nvGrpSpPr>
        <p:grpSpPr>
          <a:xfrm>
            <a:off x="694232" y="2082798"/>
            <a:ext cx="11497768" cy="4429681"/>
            <a:chOff x="694232" y="2285997"/>
            <a:chExt cx="11497768" cy="4429681"/>
          </a:xfrm>
        </p:grpSpPr>
        <p:sp>
          <p:nvSpPr>
            <p:cNvPr id="25" name="Rectangle 24">
              <a:extLst>
                <a:ext uri="{FF2B5EF4-FFF2-40B4-BE49-F238E27FC236}">
                  <a16:creationId xmlns:a16="http://schemas.microsoft.com/office/drawing/2014/main" id="{C336C711-DFDF-E205-8E8B-557457321855}"/>
                </a:ext>
              </a:extLst>
            </p:cNvPr>
            <p:cNvSpPr/>
            <p:nvPr/>
          </p:nvSpPr>
          <p:spPr>
            <a:xfrm>
              <a:off x="8187771" y="3350605"/>
              <a:ext cx="4004229" cy="23212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0" name="Group 29">
              <a:extLst>
                <a:ext uri="{FF2B5EF4-FFF2-40B4-BE49-F238E27FC236}">
                  <a16:creationId xmlns:a16="http://schemas.microsoft.com/office/drawing/2014/main" id="{94845682-E2C0-2BD6-D9AE-BD082C0D0DFB}"/>
                </a:ext>
              </a:extLst>
            </p:cNvPr>
            <p:cNvGrpSpPr/>
            <p:nvPr/>
          </p:nvGrpSpPr>
          <p:grpSpPr>
            <a:xfrm>
              <a:off x="694232" y="2463513"/>
              <a:ext cx="5673276" cy="1642517"/>
              <a:chOff x="694232" y="2762084"/>
              <a:chExt cx="5673276" cy="1642517"/>
            </a:xfrm>
          </p:grpSpPr>
          <p:sp>
            <p:nvSpPr>
              <p:cNvPr id="36" name="TextBox 35">
                <a:extLst>
                  <a:ext uri="{FF2B5EF4-FFF2-40B4-BE49-F238E27FC236}">
                    <a16:creationId xmlns:a16="http://schemas.microsoft.com/office/drawing/2014/main" id="{658A1B87-68C2-5C63-DF79-F457018CAAFA}"/>
                  </a:ext>
                </a:extLst>
              </p:cNvPr>
              <p:cNvSpPr txBox="1"/>
              <p:nvPr/>
            </p:nvSpPr>
            <p:spPr>
              <a:xfrm>
                <a:off x="988781" y="2762084"/>
                <a:ext cx="5378727" cy="369332"/>
              </a:xfrm>
              <a:prstGeom prst="rect">
                <a:avLst/>
              </a:prstGeom>
              <a:noFill/>
            </p:spPr>
            <p:txBody>
              <a:bodyPr wrap="square">
                <a:spAutoFit/>
              </a:bodyPr>
              <a:lstStyle/>
              <a:p>
                <a:pPr algn="r"/>
                <a:r>
                  <a:rPr lang="en-IN" b="1" i="0">
                    <a:solidFill>
                      <a:schemeClr val="tx1">
                        <a:lumMod val="75000"/>
                        <a:lumOff val="25000"/>
                      </a:schemeClr>
                    </a:solidFill>
                    <a:effectLst/>
                    <a:latin typeface="Montserrat" panose="00000500000000000000" pitchFamily="2" charset="0"/>
                  </a:rPr>
                  <a:t>Founding (1976)</a:t>
                </a:r>
                <a:endParaRPr lang="en-IN" b="1">
                  <a:solidFill>
                    <a:schemeClr val="tx1">
                      <a:lumMod val="75000"/>
                      <a:lumOff val="25000"/>
                    </a:schemeClr>
                  </a:solidFill>
                  <a:latin typeface="Montserrat" pitchFamily="2" charset="77"/>
                </a:endParaRPr>
              </a:p>
            </p:txBody>
          </p:sp>
          <p:sp>
            <p:nvSpPr>
              <p:cNvPr id="37" name="TextBox 36">
                <a:extLst>
                  <a:ext uri="{FF2B5EF4-FFF2-40B4-BE49-F238E27FC236}">
                    <a16:creationId xmlns:a16="http://schemas.microsoft.com/office/drawing/2014/main" id="{189811F3-C034-E97C-33F8-98B6C916A678}"/>
                  </a:ext>
                </a:extLst>
              </p:cNvPr>
              <p:cNvSpPr txBox="1"/>
              <p:nvPr/>
            </p:nvSpPr>
            <p:spPr>
              <a:xfrm>
                <a:off x="694232" y="3245950"/>
                <a:ext cx="5673276" cy="1158651"/>
              </a:xfrm>
              <a:prstGeom prst="rect">
                <a:avLst/>
              </a:prstGeom>
              <a:noFill/>
            </p:spPr>
            <p:txBody>
              <a:bodyPr wrap="square">
                <a:spAutoFit/>
              </a:bodyPr>
              <a:lstStyle/>
              <a:p>
                <a:pPr algn="r">
                  <a:lnSpc>
                    <a:spcPct val="150000"/>
                  </a:lnSpc>
                </a:pPr>
                <a:r>
                  <a:rPr lang="en-US" sz="1600" b="0" i="0">
                    <a:solidFill>
                      <a:schemeClr val="tx1">
                        <a:lumMod val="75000"/>
                        <a:lumOff val="25000"/>
                      </a:schemeClr>
                    </a:solidFill>
                    <a:effectLst/>
                    <a:latin typeface="Montserrat" panose="00000500000000000000" pitchFamily="2" charset="0"/>
                  </a:rPr>
                  <a:t>Apple Inc. was founded by Steve Jobs, Steve Wozniak, and Ronald Wayne, with the release of the Apple I computer.</a:t>
                </a:r>
                <a:endParaRPr lang="en-IN" sz="1600">
                  <a:solidFill>
                    <a:schemeClr val="tx1">
                      <a:lumMod val="75000"/>
                      <a:lumOff val="25000"/>
                    </a:schemeClr>
                  </a:solidFill>
                  <a:latin typeface="Montserrat" pitchFamily="2" charset="77"/>
                </a:endParaRPr>
              </a:p>
            </p:txBody>
          </p:sp>
        </p:grpSp>
        <p:grpSp>
          <p:nvGrpSpPr>
            <p:cNvPr id="31" name="Group 30">
              <a:extLst>
                <a:ext uri="{FF2B5EF4-FFF2-40B4-BE49-F238E27FC236}">
                  <a16:creationId xmlns:a16="http://schemas.microsoft.com/office/drawing/2014/main" id="{CC197A41-5F68-141F-F337-7961BAD84200}"/>
                </a:ext>
              </a:extLst>
            </p:cNvPr>
            <p:cNvGrpSpPr/>
            <p:nvPr/>
          </p:nvGrpSpPr>
          <p:grpSpPr>
            <a:xfrm>
              <a:off x="694232" y="4845971"/>
              <a:ext cx="5673276" cy="1642517"/>
              <a:chOff x="694232" y="5026313"/>
              <a:chExt cx="5673276" cy="1642517"/>
            </a:xfrm>
          </p:grpSpPr>
          <p:sp>
            <p:nvSpPr>
              <p:cNvPr id="34" name="TextBox 33">
                <a:extLst>
                  <a:ext uri="{FF2B5EF4-FFF2-40B4-BE49-F238E27FC236}">
                    <a16:creationId xmlns:a16="http://schemas.microsoft.com/office/drawing/2014/main" id="{CFC63FFC-0623-A4AF-B33C-EDA940784705}"/>
                  </a:ext>
                </a:extLst>
              </p:cNvPr>
              <p:cNvSpPr txBox="1"/>
              <p:nvPr/>
            </p:nvSpPr>
            <p:spPr>
              <a:xfrm>
                <a:off x="988781" y="5026313"/>
                <a:ext cx="5378727" cy="369332"/>
              </a:xfrm>
              <a:prstGeom prst="rect">
                <a:avLst/>
              </a:prstGeom>
              <a:noFill/>
            </p:spPr>
            <p:txBody>
              <a:bodyPr wrap="square">
                <a:spAutoFit/>
              </a:bodyPr>
              <a:lstStyle/>
              <a:p>
                <a:pPr algn="r"/>
                <a:r>
                  <a:rPr lang="en-IN" b="1" i="0">
                    <a:solidFill>
                      <a:schemeClr val="tx1">
                        <a:lumMod val="75000"/>
                        <a:lumOff val="25000"/>
                      </a:schemeClr>
                    </a:solidFill>
                    <a:effectLst/>
                    <a:latin typeface="Montserrat" panose="00000500000000000000" pitchFamily="2" charset="0"/>
                  </a:rPr>
                  <a:t>The Apple II (1977)</a:t>
                </a:r>
                <a:endParaRPr lang="en-IN" b="1">
                  <a:solidFill>
                    <a:schemeClr val="tx1">
                      <a:lumMod val="75000"/>
                      <a:lumOff val="25000"/>
                    </a:schemeClr>
                  </a:solidFill>
                  <a:latin typeface="Montserrat" panose="00000500000000000000" pitchFamily="2" charset="0"/>
                </a:endParaRPr>
              </a:p>
            </p:txBody>
          </p:sp>
          <p:sp>
            <p:nvSpPr>
              <p:cNvPr id="35" name="TextBox 34">
                <a:extLst>
                  <a:ext uri="{FF2B5EF4-FFF2-40B4-BE49-F238E27FC236}">
                    <a16:creationId xmlns:a16="http://schemas.microsoft.com/office/drawing/2014/main" id="{28F58C02-C486-BF8A-CB6E-E450BDAFAE89}"/>
                  </a:ext>
                </a:extLst>
              </p:cNvPr>
              <p:cNvSpPr txBox="1"/>
              <p:nvPr/>
            </p:nvSpPr>
            <p:spPr>
              <a:xfrm>
                <a:off x="694232" y="5510179"/>
                <a:ext cx="5673276" cy="1158651"/>
              </a:xfrm>
              <a:prstGeom prst="rect">
                <a:avLst/>
              </a:prstGeom>
              <a:noFill/>
            </p:spPr>
            <p:txBody>
              <a:bodyPr wrap="square">
                <a:spAutoFit/>
              </a:bodyPr>
              <a:lstStyle/>
              <a:p>
                <a:pPr algn="r">
                  <a:lnSpc>
                    <a:spcPct val="150000"/>
                  </a:lnSpc>
                </a:pPr>
                <a:r>
                  <a:rPr lang="en-US" sz="1600" i="0">
                    <a:solidFill>
                      <a:schemeClr val="tx1">
                        <a:lumMod val="75000"/>
                        <a:lumOff val="25000"/>
                      </a:schemeClr>
                    </a:solidFill>
                    <a:effectLst/>
                    <a:latin typeface="Montserrat" panose="00000500000000000000" pitchFamily="2" charset="0"/>
                  </a:rPr>
                  <a:t>The Apple II was introduced, becoming one of the first commercially successful personal computers, driving Apple's early success.</a:t>
                </a:r>
                <a:endParaRPr lang="en-IN" sz="1600">
                  <a:solidFill>
                    <a:schemeClr val="tx1">
                      <a:lumMod val="75000"/>
                      <a:lumOff val="25000"/>
                    </a:schemeClr>
                  </a:solidFill>
                  <a:latin typeface="Montserrat" panose="00000500000000000000" pitchFamily="2" charset="0"/>
                </a:endParaRPr>
              </a:p>
            </p:txBody>
          </p:sp>
        </p:grpSp>
        <p:pic>
          <p:nvPicPr>
            <p:cNvPr id="32" name="Picture 2" descr="History of Apple: The story of Steve Jobs and the company he founded |  Macworld">
              <a:extLst>
                <a:ext uri="{FF2B5EF4-FFF2-40B4-BE49-F238E27FC236}">
                  <a16:creationId xmlns:a16="http://schemas.microsoft.com/office/drawing/2014/main" id="{66EDD1CD-0832-AC7B-CA1C-5E9BA0E1E8C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7011" y="2285997"/>
              <a:ext cx="3551196" cy="199754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Nearly 40 Years Later, Steve Wozniak Still Brainstorms Ways The Apple II  Could Have Been Better | TechCrunch">
              <a:extLst>
                <a:ext uri="{FF2B5EF4-FFF2-40B4-BE49-F238E27FC236}">
                  <a16:creationId xmlns:a16="http://schemas.microsoft.com/office/drawing/2014/main" id="{AC9BBCD8-DC1F-8202-C63D-0DA0AEDCB28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7011" y="4618781"/>
              <a:ext cx="3551196" cy="2096897"/>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Straight Arrow Connector 38">
              <a:extLst>
                <a:ext uri="{FF2B5EF4-FFF2-40B4-BE49-F238E27FC236}">
                  <a16:creationId xmlns:a16="http://schemas.microsoft.com/office/drawing/2014/main" id="{2A7AB859-BFE9-2886-CB0A-40B104D29546}"/>
                </a:ext>
              </a:extLst>
            </p:cNvPr>
            <p:cNvCxnSpPr/>
            <p:nvPr/>
          </p:nvCxnSpPr>
          <p:spPr>
            <a:xfrm>
              <a:off x="6531925" y="3284771"/>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32482DF-A569-4E10-6643-7D28E3281FEC}"/>
                </a:ext>
              </a:extLst>
            </p:cNvPr>
            <p:cNvCxnSpPr/>
            <p:nvPr/>
          </p:nvCxnSpPr>
          <p:spPr>
            <a:xfrm>
              <a:off x="6531925" y="5549000"/>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043D690F-08D6-C6E3-D61D-B0C6F5949DC7}"/>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258406152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6C91570-C664-09CC-6D52-A0C8F6E5E829}"/>
              </a:ext>
            </a:extLst>
          </p:cNvPr>
          <p:cNvSpPr/>
          <p:nvPr/>
        </p:nvSpPr>
        <p:spPr>
          <a:xfrm>
            <a:off x="0" y="2810782"/>
            <a:ext cx="4004229" cy="23212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03E5A1B-5979-EB93-167D-8D4AB62636B6}"/>
              </a:ext>
            </a:extLst>
          </p:cNvPr>
          <p:cNvSpPr txBox="1"/>
          <p:nvPr/>
        </p:nvSpPr>
        <p:spPr>
          <a:xfrm>
            <a:off x="1" y="934811"/>
            <a:ext cx="12191999" cy="523220"/>
          </a:xfrm>
          <a:prstGeom prst="rect">
            <a:avLst/>
          </a:prstGeom>
          <a:noFill/>
        </p:spPr>
        <p:txBody>
          <a:bodyPr wrap="square">
            <a:spAutoFit/>
          </a:bodyPr>
          <a:lstStyle/>
          <a:p>
            <a:pPr algn="ctr"/>
            <a:r>
              <a:rPr lang="en-US" sz="2800" b="1">
                <a:solidFill>
                  <a:schemeClr val="tx1">
                    <a:lumMod val="85000"/>
                    <a:lumOff val="15000"/>
                  </a:schemeClr>
                </a:solidFill>
                <a:latin typeface="Montserrat" panose="00000500000000000000" pitchFamily="2" charset="0"/>
              </a:rPr>
              <a:t>History </a:t>
            </a:r>
            <a:endParaRPr lang="en-IN" sz="2800" b="1">
              <a:solidFill>
                <a:schemeClr val="tx1">
                  <a:lumMod val="85000"/>
                  <a:lumOff val="15000"/>
                </a:schemeClr>
              </a:solidFill>
              <a:latin typeface="Montserrat" panose="00000500000000000000" pitchFamily="2" charset="0"/>
            </a:endParaRPr>
          </a:p>
        </p:txBody>
      </p:sp>
      <p:grpSp>
        <p:nvGrpSpPr>
          <p:cNvPr id="14" name="Group 13">
            <a:extLst>
              <a:ext uri="{FF2B5EF4-FFF2-40B4-BE49-F238E27FC236}">
                <a16:creationId xmlns:a16="http://schemas.microsoft.com/office/drawing/2014/main" id="{98E65B43-E57B-FDA6-8B80-1284C3F51CDB}"/>
              </a:ext>
            </a:extLst>
          </p:cNvPr>
          <p:cNvGrpSpPr/>
          <p:nvPr/>
        </p:nvGrpSpPr>
        <p:grpSpPr>
          <a:xfrm>
            <a:off x="833391" y="1958467"/>
            <a:ext cx="10525218" cy="4388620"/>
            <a:chOff x="833391" y="1958467"/>
            <a:chExt cx="10525218" cy="4388620"/>
          </a:xfrm>
        </p:grpSpPr>
        <p:pic>
          <p:nvPicPr>
            <p:cNvPr id="4" name="Picture 2" descr="At 30, The Original Mac Is Still An Archetype Of Innovation : All Tech  Considered : NPR">
              <a:extLst>
                <a:ext uri="{FF2B5EF4-FFF2-40B4-BE49-F238E27FC236}">
                  <a16:creationId xmlns:a16="http://schemas.microsoft.com/office/drawing/2014/main" id="{D93C8DC6-74E2-20F9-99C2-0FE0C348E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91" t="10565" r="1657" b="17382"/>
            <a:stretch>
              <a:fillRect/>
            </a:stretch>
          </p:blipFill>
          <p:spPr bwMode="auto">
            <a:xfrm>
              <a:off x="833391" y="1958467"/>
              <a:ext cx="3561444" cy="199125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16487FFF-3EBC-EABD-64E9-BCC024DDF7B5}"/>
                </a:ext>
              </a:extLst>
            </p:cNvPr>
            <p:cNvCxnSpPr/>
            <p:nvPr/>
          </p:nvCxnSpPr>
          <p:spPr>
            <a:xfrm>
              <a:off x="4734873" y="2954092"/>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7BA79DB9-3261-887C-0312-C9E960D0DF21}"/>
                </a:ext>
              </a:extLst>
            </p:cNvPr>
            <p:cNvGrpSpPr/>
            <p:nvPr/>
          </p:nvGrpSpPr>
          <p:grpSpPr>
            <a:xfrm>
              <a:off x="5685333" y="2132833"/>
              <a:ext cx="5673276" cy="1642517"/>
              <a:chOff x="694232" y="2260314"/>
              <a:chExt cx="5673276" cy="1642517"/>
            </a:xfrm>
          </p:grpSpPr>
          <p:sp>
            <p:nvSpPr>
              <p:cNvPr id="7" name="TextBox 6">
                <a:extLst>
                  <a:ext uri="{FF2B5EF4-FFF2-40B4-BE49-F238E27FC236}">
                    <a16:creationId xmlns:a16="http://schemas.microsoft.com/office/drawing/2014/main" id="{49EADA5F-A35C-AE9C-5EB7-C745317B695D}"/>
                  </a:ext>
                </a:extLst>
              </p:cNvPr>
              <p:cNvSpPr txBox="1"/>
              <p:nvPr/>
            </p:nvSpPr>
            <p:spPr>
              <a:xfrm>
                <a:off x="694232" y="2260314"/>
                <a:ext cx="5378727" cy="369332"/>
              </a:xfrm>
              <a:prstGeom prst="rect">
                <a:avLst/>
              </a:prstGeom>
              <a:noFill/>
            </p:spPr>
            <p:txBody>
              <a:bodyPr wrap="square">
                <a:spAutoFit/>
              </a:bodyPr>
              <a:lstStyle/>
              <a:p>
                <a:r>
                  <a:rPr lang="en-IN" b="1" i="0">
                    <a:solidFill>
                      <a:schemeClr val="tx1">
                        <a:lumMod val="75000"/>
                        <a:lumOff val="25000"/>
                      </a:schemeClr>
                    </a:solidFill>
                    <a:effectLst/>
                    <a:latin typeface="Montserrat" panose="00000500000000000000" pitchFamily="2" charset="0"/>
                  </a:rPr>
                  <a:t>Macintosh (1984)</a:t>
                </a:r>
                <a:endParaRPr lang="en-IN" b="1">
                  <a:solidFill>
                    <a:schemeClr val="tx1">
                      <a:lumMod val="75000"/>
                      <a:lumOff val="25000"/>
                    </a:schemeClr>
                  </a:solidFill>
                  <a:latin typeface="Montserrat" panose="00000500000000000000" pitchFamily="2" charset="0"/>
                </a:endParaRPr>
              </a:p>
            </p:txBody>
          </p:sp>
          <p:sp>
            <p:nvSpPr>
              <p:cNvPr id="8" name="TextBox 7">
                <a:extLst>
                  <a:ext uri="{FF2B5EF4-FFF2-40B4-BE49-F238E27FC236}">
                    <a16:creationId xmlns:a16="http://schemas.microsoft.com/office/drawing/2014/main" id="{4E4D1D1F-0A33-8ED4-95F4-FEE693232507}"/>
                  </a:ext>
                </a:extLst>
              </p:cNvPr>
              <p:cNvSpPr txBox="1"/>
              <p:nvPr/>
            </p:nvSpPr>
            <p:spPr>
              <a:xfrm>
                <a:off x="694232" y="2744180"/>
                <a:ext cx="5673276" cy="1158651"/>
              </a:xfrm>
              <a:prstGeom prst="rect">
                <a:avLst/>
              </a:prstGeom>
              <a:noFill/>
            </p:spPr>
            <p:txBody>
              <a:bodyPr wrap="square">
                <a:spAutoFit/>
              </a:bodyPr>
              <a:lstStyle/>
              <a:p>
                <a:pPr>
                  <a:lnSpc>
                    <a:spcPct val="150000"/>
                  </a:lnSpc>
                </a:pPr>
                <a:r>
                  <a:rPr lang="en-US" sz="1600" b="0" i="0">
                    <a:solidFill>
                      <a:schemeClr val="tx1">
                        <a:lumMod val="75000"/>
                        <a:lumOff val="25000"/>
                      </a:schemeClr>
                    </a:solidFill>
                    <a:effectLst/>
                    <a:latin typeface="Montserrat" panose="00000500000000000000" pitchFamily="2" charset="0"/>
                  </a:rPr>
                  <a:t>The Macintosh, with its graphical user interface, redefined personal computing, making it accessible and user-friendly.</a:t>
                </a:r>
                <a:endParaRPr lang="en-IN" sz="1600">
                  <a:solidFill>
                    <a:schemeClr val="tx1">
                      <a:lumMod val="75000"/>
                      <a:lumOff val="25000"/>
                    </a:schemeClr>
                  </a:solidFill>
                  <a:latin typeface="Montserrat" panose="00000500000000000000" pitchFamily="2" charset="0"/>
                </a:endParaRPr>
              </a:p>
            </p:txBody>
          </p:sp>
        </p:grpSp>
        <p:grpSp>
          <p:nvGrpSpPr>
            <p:cNvPr id="10" name="Group 9">
              <a:extLst>
                <a:ext uri="{FF2B5EF4-FFF2-40B4-BE49-F238E27FC236}">
                  <a16:creationId xmlns:a16="http://schemas.microsoft.com/office/drawing/2014/main" id="{5AC04BAB-815B-9C89-128D-1FA596BBA0FB}"/>
                </a:ext>
              </a:extLst>
            </p:cNvPr>
            <p:cNvGrpSpPr/>
            <p:nvPr/>
          </p:nvGrpSpPr>
          <p:grpSpPr>
            <a:xfrm>
              <a:off x="5685333" y="4530204"/>
              <a:ext cx="5673276" cy="1642517"/>
              <a:chOff x="694232" y="2260314"/>
              <a:chExt cx="5673276" cy="1642517"/>
            </a:xfrm>
          </p:grpSpPr>
          <p:sp>
            <p:nvSpPr>
              <p:cNvPr id="11" name="TextBox 10">
                <a:extLst>
                  <a:ext uri="{FF2B5EF4-FFF2-40B4-BE49-F238E27FC236}">
                    <a16:creationId xmlns:a16="http://schemas.microsoft.com/office/drawing/2014/main" id="{CF891AE3-C514-9BA8-AA00-DBD7A701F9F1}"/>
                  </a:ext>
                </a:extLst>
              </p:cNvPr>
              <p:cNvSpPr txBox="1"/>
              <p:nvPr/>
            </p:nvSpPr>
            <p:spPr>
              <a:xfrm>
                <a:off x="694232" y="2260314"/>
                <a:ext cx="5378727" cy="369332"/>
              </a:xfrm>
              <a:prstGeom prst="rect">
                <a:avLst/>
              </a:prstGeom>
              <a:noFill/>
            </p:spPr>
            <p:txBody>
              <a:bodyPr wrap="square">
                <a:spAutoFit/>
              </a:bodyPr>
              <a:lstStyle/>
              <a:p>
                <a:r>
                  <a:rPr lang="en-IN" b="1" i="0">
                    <a:solidFill>
                      <a:schemeClr val="tx1">
                        <a:lumMod val="75000"/>
                        <a:lumOff val="25000"/>
                      </a:schemeClr>
                    </a:solidFill>
                    <a:effectLst/>
                    <a:latin typeface="Montserrat" panose="00000500000000000000" pitchFamily="2" charset="0"/>
                  </a:rPr>
                  <a:t>Turbulent Times (1985-1996)</a:t>
                </a:r>
                <a:endParaRPr lang="en-IN" b="1">
                  <a:solidFill>
                    <a:schemeClr val="tx1">
                      <a:lumMod val="75000"/>
                      <a:lumOff val="25000"/>
                    </a:schemeClr>
                  </a:solidFill>
                  <a:latin typeface="Montserrat" panose="00000500000000000000" pitchFamily="2" charset="0"/>
                </a:endParaRPr>
              </a:p>
            </p:txBody>
          </p:sp>
          <p:sp>
            <p:nvSpPr>
              <p:cNvPr id="12" name="TextBox 11">
                <a:extLst>
                  <a:ext uri="{FF2B5EF4-FFF2-40B4-BE49-F238E27FC236}">
                    <a16:creationId xmlns:a16="http://schemas.microsoft.com/office/drawing/2014/main" id="{C14BFFF6-EF40-160C-B891-632C8D5D33D4}"/>
                  </a:ext>
                </a:extLst>
              </p:cNvPr>
              <p:cNvSpPr txBox="1"/>
              <p:nvPr/>
            </p:nvSpPr>
            <p:spPr>
              <a:xfrm>
                <a:off x="694232" y="2744180"/>
                <a:ext cx="5673276" cy="1158651"/>
              </a:xfrm>
              <a:prstGeom prst="rect">
                <a:avLst/>
              </a:prstGeom>
              <a:noFill/>
            </p:spPr>
            <p:txBody>
              <a:bodyPr wrap="square">
                <a:spAutoFit/>
              </a:bodyPr>
              <a:lstStyle/>
              <a:p>
                <a:pPr>
                  <a:lnSpc>
                    <a:spcPct val="150000"/>
                  </a:lnSpc>
                </a:pPr>
                <a:r>
                  <a:rPr lang="en-US" sz="1600" b="0" i="0">
                    <a:solidFill>
                      <a:schemeClr val="tx1">
                        <a:lumMod val="75000"/>
                        <a:lumOff val="25000"/>
                      </a:schemeClr>
                    </a:solidFill>
                    <a:effectLst/>
                    <a:latin typeface="Montserrat" panose="00000500000000000000" pitchFamily="2" charset="0"/>
                  </a:rPr>
                  <a:t>Internal conflicts and declining sales led to Jobs leaving Apple, followed by several leadership changes.</a:t>
                </a:r>
                <a:endParaRPr lang="en-IN" sz="1600">
                  <a:solidFill>
                    <a:schemeClr val="tx1">
                      <a:lumMod val="75000"/>
                      <a:lumOff val="25000"/>
                    </a:schemeClr>
                  </a:solidFill>
                  <a:latin typeface="Montserrat" panose="00000500000000000000" pitchFamily="2" charset="0"/>
                </a:endParaRPr>
              </a:p>
            </p:txBody>
          </p:sp>
        </p:grpSp>
        <p:pic>
          <p:nvPicPr>
            <p:cNvPr id="5124" name="Picture 4" descr="After Steve Jobs, The Flood: Apple Without Its Emblematic and Enigmatic  Founder ‹ Literary Hub">
              <a:extLst>
                <a:ext uri="{FF2B5EF4-FFF2-40B4-BE49-F238E27FC236}">
                  <a16:creationId xmlns:a16="http://schemas.microsoft.com/office/drawing/2014/main" id="{914061FD-1653-5F06-4314-CB7029B63D60}"/>
                </a:ext>
              </a:extLst>
            </p:cNvPr>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auto">
            <a:xfrm>
              <a:off x="833392" y="4355837"/>
              <a:ext cx="3561444" cy="199125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C965711F-5617-4347-38DD-2D922C9E0A1C}"/>
                </a:ext>
              </a:extLst>
            </p:cNvPr>
            <p:cNvCxnSpPr/>
            <p:nvPr/>
          </p:nvCxnSpPr>
          <p:spPr>
            <a:xfrm>
              <a:off x="4734874" y="5351462"/>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5CD5A137-92E8-D17F-5DD5-7E6CA272E877}"/>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98336867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CAA5E7-385C-2773-CAA3-466D67A437F6}"/>
              </a:ext>
            </a:extLst>
          </p:cNvPr>
          <p:cNvSpPr txBox="1"/>
          <p:nvPr/>
        </p:nvSpPr>
        <p:spPr>
          <a:xfrm>
            <a:off x="1" y="934811"/>
            <a:ext cx="12191999" cy="523220"/>
          </a:xfrm>
          <a:prstGeom prst="rect">
            <a:avLst/>
          </a:prstGeom>
          <a:noFill/>
        </p:spPr>
        <p:txBody>
          <a:bodyPr wrap="square">
            <a:spAutoFit/>
          </a:bodyPr>
          <a:lstStyle/>
          <a:p>
            <a:pPr algn="ctr"/>
            <a:r>
              <a:rPr lang="en-US" sz="2800" b="1">
                <a:solidFill>
                  <a:schemeClr val="tx1">
                    <a:lumMod val="85000"/>
                    <a:lumOff val="15000"/>
                  </a:schemeClr>
                </a:solidFill>
                <a:latin typeface="Montserrat" panose="00000500000000000000" pitchFamily="2" charset="0"/>
              </a:rPr>
              <a:t>History </a:t>
            </a:r>
            <a:endParaRPr lang="en-IN" sz="2800" b="1">
              <a:solidFill>
                <a:schemeClr val="tx1">
                  <a:lumMod val="85000"/>
                  <a:lumOff val="15000"/>
                </a:schemeClr>
              </a:solidFill>
              <a:latin typeface="Montserrat" panose="00000500000000000000" pitchFamily="2" charset="0"/>
            </a:endParaRPr>
          </a:p>
        </p:txBody>
      </p:sp>
      <p:sp>
        <p:nvSpPr>
          <p:cNvPr id="4" name="Rectangle 3">
            <a:extLst>
              <a:ext uri="{FF2B5EF4-FFF2-40B4-BE49-F238E27FC236}">
                <a16:creationId xmlns:a16="http://schemas.microsoft.com/office/drawing/2014/main" id="{59D56CA5-E48B-CBE2-E187-7247A580348A}"/>
              </a:ext>
            </a:extLst>
          </p:cNvPr>
          <p:cNvSpPr/>
          <p:nvPr/>
        </p:nvSpPr>
        <p:spPr>
          <a:xfrm>
            <a:off x="8187771" y="3147406"/>
            <a:ext cx="4004229" cy="23212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D80C959-5CFA-5236-CBC9-743F099E188E}"/>
              </a:ext>
            </a:extLst>
          </p:cNvPr>
          <p:cNvGrpSpPr/>
          <p:nvPr/>
        </p:nvGrpSpPr>
        <p:grpSpPr>
          <a:xfrm>
            <a:off x="694232" y="2196737"/>
            <a:ext cx="5673276" cy="1642517"/>
            <a:chOff x="694232" y="2762084"/>
            <a:chExt cx="5673276" cy="1642517"/>
          </a:xfrm>
        </p:grpSpPr>
        <p:sp>
          <p:nvSpPr>
            <p:cNvPr id="13" name="TextBox 12">
              <a:extLst>
                <a:ext uri="{FF2B5EF4-FFF2-40B4-BE49-F238E27FC236}">
                  <a16:creationId xmlns:a16="http://schemas.microsoft.com/office/drawing/2014/main" id="{02F2591E-236F-D18F-CD0D-D55C57EA09E3}"/>
                </a:ext>
              </a:extLst>
            </p:cNvPr>
            <p:cNvSpPr txBox="1"/>
            <p:nvPr/>
          </p:nvSpPr>
          <p:spPr>
            <a:xfrm>
              <a:off x="988781" y="2762084"/>
              <a:ext cx="5378727" cy="369332"/>
            </a:xfrm>
            <a:prstGeom prst="rect">
              <a:avLst/>
            </a:prstGeom>
            <a:noFill/>
          </p:spPr>
          <p:txBody>
            <a:bodyPr wrap="square">
              <a:spAutoFit/>
            </a:bodyPr>
            <a:lstStyle/>
            <a:p>
              <a:pPr algn="r"/>
              <a:r>
                <a:rPr lang="en-US" b="1" i="0">
                  <a:solidFill>
                    <a:schemeClr val="tx1">
                      <a:lumMod val="75000"/>
                      <a:lumOff val="25000"/>
                    </a:schemeClr>
                  </a:solidFill>
                  <a:effectLst/>
                  <a:latin typeface="Montserrat" panose="00000500000000000000" pitchFamily="2" charset="0"/>
                </a:rPr>
                <a:t>Return of Steve Jobs (1997)</a:t>
              </a:r>
              <a:endParaRPr lang="en-IN" b="1">
                <a:solidFill>
                  <a:schemeClr val="tx1">
                    <a:lumMod val="75000"/>
                    <a:lumOff val="25000"/>
                  </a:schemeClr>
                </a:solidFill>
                <a:latin typeface="Montserrat" panose="00000500000000000000" pitchFamily="2" charset="0"/>
              </a:endParaRPr>
            </a:p>
          </p:txBody>
        </p:sp>
        <p:sp>
          <p:nvSpPr>
            <p:cNvPr id="14" name="TextBox 13">
              <a:extLst>
                <a:ext uri="{FF2B5EF4-FFF2-40B4-BE49-F238E27FC236}">
                  <a16:creationId xmlns:a16="http://schemas.microsoft.com/office/drawing/2014/main" id="{43387B10-B63E-C047-9505-5E6ADA2D5259}"/>
                </a:ext>
              </a:extLst>
            </p:cNvPr>
            <p:cNvSpPr txBox="1"/>
            <p:nvPr/>
          </p:nvSpPr>
          <p:spPr>
            <a:xfrm>
              <a:off x="694232" y="3245950"/>
              <a:ext cx="5673276" cy="1158651"/>
            </a:xfrm>
            <a:prstGeom prst="rect">
              <a:avLst/>
            </a:prstGeom>
            <a:noFill/>
          </p:spPr>
          <p:txBody>
            <a:bodyPr wrap="square">
              <a:spAutoFit/>
            </a:bodyPr>
            <a:lstStyle/>
            <a:p>
              <a:pPr algn="r">
                <a:lnSpc>
                  <a:spcPct val="150000"/>
                </a:lnSpc>
              </a:pPr>
              <a:r>
                <a:rPr lang="en-US" sz="1600" b="0" i="0">
                  <a:solidFill>
                    <a:schemeClr val="tx1">
                      <a:lumMod val="75000"/>
                      <a:lumOff val="25000"/>
                    </a:schemeClr>
                  </a:solidFill>
                  <a:effectLst/>
                  <a:latin typeface="Montserrat" panose="00000500000000000000" pitchFamily="2" charset="0"/>
                </a:rPr>
                <a:t>Steve Jobs returned as CEO, leading Apple's resurgence with iconic products like the iMac, iPod, iPhone, and iPad.</a:t>
              </a:r>
              <a:endParaRPr lang="en-IN" sz="1600">
                <a:solidFill>
                  <a:schemeClr val="tx1">
                    <a:lumMod val="75000"/>
                    <a:lumOff val="25000"/>
                  </a:schemeClr>
                </a:solidFill>
                <a:latin typeface="Montserrat" panose="00000500000000000000" pitchFamily="2" charset="0"/>
              </a:endParaRPr>
            </a:p>
          </p:txBody>
        </p:sp>
      </p:grpSp>
      <p:grpSp>
        <p:nvGrpSpPr>
          <p:cNvPr id="6" name="Group 5">
            <a:extLst>
              <a:ext uri="{FF2B5EF4-FFF2-40B4-BE49-F238E27FC236}">
                <a16:creationId xmlns:a16="http://schemas.microsoft.com/office/drawing/2014/main" id="{067E9F53-66B8-6D0C-681C-2AEE2E9E0C21}"/>
              </a:ext>
            </a:extLst>
          </p:cNvPr>
          <p:cNvGrpSpPr/>
          <p:nvPr/>
        </p:nvGrpSpPr>
        <p:grpSpPr>
          <a:xfrm>
            <a:off x="694232" y="4642772"/>
            <a:ext cx="5673276" cy="1642517"/>
            <a:chOff x="694232" y="5026313"/>
            <a:chExt cx="5673276" cy="1642517"/>
          </a:xfrm>
        </p:grpSpPr>
        <p:sp>
          <p:nvSpPr>
            <p:cNvPr id="11" name="TextBox 10">
              <a:extLst>
                <a:ext uri="{FF2B5EF4-FFF2-40B4-BE49-F238E27FC236}">
                  <a16:creationId xmlns:a16="http://schemas.microsoft.com/office/drawing/2014/main" id="{0EB1601C-8340-90F9-56F1-8BDAFBEC0604}"/>
                </a:ext>
              </a:extLst>
            </p:cNvPr>
            <p:cNvSpPr txBox="1"/>
            <p:nvPr/>
          </p:nvSpPr>
          <p:spPr>
            <a:xfrm>
              <a:off x="988781" y="5026313"/>
              <a:ext cx="5378727" cy="369332"/>
            </a:xfrm>
            <a:prstGeom prst="rect">
              <a:avLst/>
            </a:prstGeom>
            <a:noFill/>
          </p:spPr>
          <p:txBody>
            <a:bodyPr wrap="square">
              <a:spAutoFit/>
            </a:bodyPr>
            <a:lstStyle/>
            <a:p>
              <a:pPr algn="r"/>
              <a:r>
                <a:rPr lang="en-IN" b="1" i="0">
                  <a:solidFill>
                    <a:schemeClr val="tx1">
                      <a:lumMod val="75000"/>
                      <a:lumOff val="25000"/>
                    </a:schemeClr>
                  </a:solidFill>
                  <a:effectLst/>
                  <a:latin typeface="Montserrat" panose="00000500000000000000" pitchFamily="2" charset="0"/>
                </a:rPr>
                <a:t>Modern Innovations (2000s-present)</a:t>
              </a:r>
              <a:endParaRPr lang="en-IN" b="1">
                <a:solidFill>
                  <a:schemeClr val="tx1">
                    <a:lumMod val="75000"/>
                    <a:lumOff val="25000"/>
                  </a:schemeClr>
                </a:solidFill>
                <a:latin typeface="Montserrat" panose="00000500000000000000" pitchFamily="2" charset="0"/>
              </a:endParaRPr>
            </a:p>
          </p:txBody>
        </p:sp>
        <p:sp>
          <p:nvSpPr>
            <p:cNvPr id="12" name="TextBox 11">
              <a:extLst>
                <a:ext uri="{FF2B5EF4-FFF2-40B4-BE49-F238E27FC236}">
                  <a16:creationId xmlns:a16="http://schemas.microsoft.com/office/drawing/2014/main" id="{08C6E82F-22C8-0C12-848B-CA48849543F1}"/>
                </a:ext>
              </a:extLst>
            </p:cNvPr>
            <p:cNvSpPr txBox="1"/>
            <p:nvPr/>
          </p:nvSpPr>
          <p:spPr>
            <a:xfrm>
              <a:off x="694232" y="5510179"/>
              <a:ext cx="5673276" cy="1158651"/>
            </a:xfrm>
            <a:prstGeom prst="rect">
              <a:avLst/>
            </a:prstGeom>
            <a:noFill/>
          </p:spPr>
          <p:txBody>
            <a:bodyPr wrap="square">
              <a:spAutoFit/>
            </a:bodyPr>
            <a:lstStyle/>
            <a:p>
              <a:pPr algn="r">
                <a:lnSpc>
                  <a:spcPct val="150000"/>
                </a:lnSpc>
              </a:pPr>
              <a:r>
                <a:rPr lang="en-US" sz="1600" b="0" i="0">
                  <a:solidFill>
                    <a:schemeClr val="tx1">
                      <a:lumMod val="75000"/>
                      <a:lumOff val="25000"/>
                    </a:schemeClr>
                  </a:solidFill>
                  <a:effectLst/>
                  <a:latin typeface="Montserrat" panose="00000500000000000000" pitchFamily="2" charset="0"/>
                </a:rPr>
                <a:t>Apple continued its innovation, expanding its ecosystem with iOS devices, services, and the App Store, solidifying its position as a global tech leader.</a:t>
              </a:r>
              <a:endParaRPr lang="en-IN" sz="1600">
                <a:solidFill>
                  <a:schemeClr val="tx1">
                    <a:lumMod val="75000"/>
                    <a:lumOff val="25000"/>
                  </a:schemeClr>
                </a:solidFill>
                <a:latin typeface="Montserrat" panose="00000500000000000000" pitchFamily="2" charset="0"/>
              </a:endParaRPr>
            </a:p>
          </p:txBody>
        </p:sp>
      </p:grpSp>
      <p:cxnSp>
        <p:nvCxnSpPr>
          <p:cNvPr id="9" name="Straight Arrow Connector 8">
            <a:extLst>
              <a:ext uri="{FF2B5EF4-FFF2-40B4-BE49-F238E27FC236}">
                <a16:creationId xmlns:a16="http://schemas.microsoft.com/office/drawing/2014/main" id="{B2A16B64-2037-D1B2-FDC5-2A60F2E3E8C6}"/>
              </a:ext>
            </a:extLst>
          </p:cNvPr>
          <p:cNvCxnSpPr/>
          <p:nvPr/>
        </p:nvCxnSpPr>
        <p:spPr>
          <a:xfrm>
            <a:off x="6537049" y="3017995"/>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43BBA32-4FB4-C248-B531-B847D74A8B63}"/>
              </a:ext>
            </a:extLst>
          </p:cNvPr>
          <p:cNvCxnSpPr/>
          <p:nvPr/>
        </p:nvCxnSpPr>
        <p:spPr>
          <a:xfrm>
            <a:off x="6537049" y="5464030"/>
            <a:ext cx="610421" cy="0"/>
          </a:xfrm>
          <a:prstGeom prst="straightConnector1">
            <a:avLst/>
          </a:prstGeom>
          <a:ln>
            <a:solidFill>
              <a:schemeClr val="tx1">
                <a:lumMod val="85000"/>
                <a:lumOff val="15000"/>
              </a:schemeClr>
            </a:solidFill>
            <a:headEnd type="oval"/>
            <a:tailEnd type="oval"/>
          </a:ln>
        </p:spPr>
        <p:style>
          <a:lnRef idx="1">
            <a:schemeClr val="accent1"/>
          </a:lnRef>
          <a:fillRef idx="0">
            <a:schemeClr val="accent1"/>
          </a:fillRef>
          <a:effectRef idx="0">
            <a:schemeClr val="accent1"/>
          </a:effectRef>
          <a:fontRef idx="minor">
            <a:schemeClr val="tx1"/>
          </a:fontRef>
        </p:style>
      </p:cxnSp>
      <p:pic>
        <p:nvPicPr>
          <p:cNvPr id="6146" name="Picture 2" descr="The return of Steve Jobs - The Globe and Mail">
            <a:extLst>
              <a:ext uri="{FF2B5EF4-FFF2-40B4-BE49-F238E27FC236}">
                <a16:creationId xmlns:a16="http://schemas.microsoft.com/office/drawing/2014/main" id="{20861916-D5BC-B58E-F8DD-E78359C2EB7F}"/>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r="4597"/>
          <a:stretch>
            <a:fillRect/>
          </a:stretch>
        </p:blipFill>
        <p:spPr bwMode="auto">
          <a:xfrm>
            <a:off x="7317011" y="1969547"/>
            <a:ext cx="3551196" cy="209689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Top 5 Apple Products to buy at Tech-Next store - Tech Next">
            <a:extLst>
              <a:ext uri="{FF2B5EF4-FFF2-40B4-BE49-F238E27FC236}">
                <a16:creationId xmlns:a16="http://schemas.microsoft.com/office/drawing/2014/main" id="{BDE94BBD-06F8-6EBC-C443-C2C4E7D9C0E9}"/>
              </a:ext>
            </a:extLst>
          </p:cNvPr>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rcRect r="13143"/>
          <a:stretch>
            <a:fillRect/>
          </a:stretch>
        </p:blipFill>
        <p:spPr bwMode="auto">
          <a:xfrm>
            <a:off x="7317011" y="4415581"/>
            <a:ext cx="3551196" cy="20968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56BFE2-3B15-D33B-B139-F368537D3513}"/>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387950061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763E704F-E359-81EB-B454-C4A4A2EFCB00}"/>
              </a:ext>
            </a:extLst>
          </p:cNvPr>
          <p:cNvGrpSpPr/>
          <p:nvPr/>
        </p:nvGrpSpPr>
        <p:grpSpPr>
          <a:xfrm>
            <a:off x="654953" y="0"/>
            <a:ext cx="11537047" cy="6858000"/>
            <a:chOff x="654953" y="0"/>
            <a:chExt cx="11537047" cy="6858000"/>
          </a:xfrm>
        </p:grpSpPr>
        <p:grpSp>
          <p:nvGrpSpPr>
            <p:cNvPr id="28" name="Group 27">
              <a:extLst>
                <a:ext uri="{FF2B5EF4-FFF2-40B4-BE49-F238E27FC236}">
                  <a16:creationId xmlns:a16="http://schemas.microsoft.com/office/drawing/2014/main" id="{157E9A72-51A2-D23F-09BC-A845AC132AAF}"/>
                </a:ext>
              </a:extLst>
            </p:cNvPr>
            <p:cNvGrpSpPr/>
            <p:nvPr/>
          </p:nvGrpSpPr>
          <p:grpSpPr>
            <a:xfrm>
              <a:off x="9990665" y="0"/>
              <a:ext cx="2201335" cy="6858000"/>
              <a:chOff x="9144000" y="0"/>
              <a:chExt cx="2201335" cy="6858000"/>
            </a:xfrm>
          </p:grpSpPr>
          <p:sp>
            <p:nvSpPr>
              <p:cNvPr id="24" name="Rectangle 23">
                <a:extLst>
                  <a:ext uri="{FF2B5EF4-FFF2-40B4-BE49-F238E27FC236}">
                    <a16:creationId xmlns:a16="http://schemas.microsoft.com/office/drawing/2014/main" id="{D01C6486-91AC-2BB8-26EF-BA320B5F3853}"/>
                  </a:ext>
                </a:extLst>
              </p:cNvPr>
              <p:cNvSpPr/>
              <p:nvPr/>
            </p:nvSpPr>
            <p:spPr>
              <a:xfrm>
                <a:off x="10019695" y="0"/>
                <a:ext cx="44994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8" name="Picture 17" descr="A person looking to the side&#10;&#10;Description automatically generated">
                <a:extLst>
                  <a:ext uri="{FF2B5EF4-FFF2-40B4-BE49-F238E27FC236}">
                    <a16:creationId xmlns:a16="http://schemas.microsoft.com/office/drawing/2014/main" id="{DAE4AEB7-4997-54F4-4E55-F79AB7DB61B2}"/>
                  </a:ext>
                </a:extLst>
              </p:cNvPr>
              <p:cNvPicPr>
                <a:picLocks noChangeAspect="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9144000" y="0"/>
                <a:ext cx="2201335" cy="6858000"/>
              </a:xfrm>
              <a:prstGeom prst="rect">
                <a:avLst/>
              </a:prstGeom>
            </p:spPr>
          </p:pic>
        </p:grpSp>
        <p:grpSp>
          <p:nvGrpSpPr>
            <p:cNvPr id="25" name="Group 24">
              <a:extLst>
                <a:ext uri="{FF2B5EF4-FFF2-40B4-BE49-F238E27FC236}">
                  <a16:creationId xmlns:a16="http://schemas.microsoft.com/office/drawing/2014/main" id="{CD04D53A-5622-886F-1CBA-F4D76408A9D8}"/>
                </a:ext>
              </a:extLst>
            </p:cNvPr>
            <p:cNvGrpSpPr/>
            <p:nvPr/>
          </p:nvGrpSpPr>
          <p:grpSpPr>
            <a:xfrm>
              <a:off x="654953" y="1347821"/>
              <a:ext cx="8329391" cy="4162358"/>
              <a:chOff x="812192" y="2049791"/>
              <a:chExt cx="8329391" cy="4162358"/>
            </a:xfrm>
          </p:grpSpPr>
          <p:sp>
            <p:nvSpPr>
              <p:cNvPr id="2" name="TextBox 1">
                <a:extLst>
                  <a:ext uri="{FF2B5EF4-FFF2-40B4-BE49-F238E27FC236}">
                    <a16:creationId xmlns:a16="http://schemas.microsoft.com/office/drawing/2014/main" id="{54F87BCF-3EF3-CD3C-AE63-202D442285B9}"/>
                  </a:ext>
                </a:extLst>
              </p:cNvPr>
              <p:cNvSpPr txBox="1"/>
              <p:nvPr/>
            </p:nvSpPr>
            <p:spPr>
              <a:xfrm>
                <a:off x="812192" y="2049791"/>
                <a:ext cx="6096000" cy="523220"/>
              </a:xfrm>
              <a:prstGeom prst="rect">
                <a:avLst/>
              </a:prstGeom>
              <a:noFill/>
            </p:spPr>
            <p:txBody>
              <a:bodyPr wrap="square">
                <a:spAutoFit/>
              </a:bodyPr>
              <a:lstStyle/>
              <a:p>
                <a:r>
                  <a:rPr lang="en-IN" sz="2800" b="1">
                    <a:latin typeface="Montserrat" panose="00000500000000000000" pitchFamily="2" charset="0"/>
                  </a:rPr>
                  <a:t>Founding of Apple Inc.</a:t>
                </a:r>
                <a:endParaRPr lang="en-IN" sz="2800" b="1">
                  <a:solidFill>
                    <a:schemeClr val="tx1">
                      <a:lumMod val="85000"/>
                      <a:lumOff val="15000"/>
                    </a:schemeClr>
                  </a:solidFill>
                  <a:latin typeface="Montserrat" panose="00000500000000000000" pitchFamily="2" charset="0"/>
                </a:endParaRPr>
              </a:p>
            </p:txBody>
          </p:sp>
          <p:sp>
            <p:nvSpPr>
              <p:cNvPr id="21" name="TextBox 20">
                <a:extLst>
                  <a:ext uri="{FF2B5EF4-FFF2-40B4-BE49-F238E27FC236}">
                    <a16:creationId xmlns:a16="http://schemas.microsoft.com/office/drawing/2014/main" id="{B040E6AC-B6C1-D3D3-44CD-FD4F545A791D}"/>
                  </a:ext>
                </a:extLst>
              </p:cNvPr>
              <p:cNvSpPr txBox="1"/>
              <p:nvPr/>
            </p:nvSpPr>
            <p:spPr>
              <a:xfrm>
                <a:off x="812193" y="2837507"/>
                <a:ext cx="8329390" cy="3374642"/>
              </a:xfrm>
              <a:prstGeom prst="rect">
                <a:avLst/>
              </a:prstGeom>
              <a:noFill/>
            </p:spPr>
            <p:txBody>
              <a:bodyPr wrap="square">
                <a:spAutoFit/>
              </a:bodyPr>
              <a:lstStyle/>
              <a:p>
                <a:pPr>
                  <a:lnSpc>
                    <a:spcPct val="150000"/>
                  </a:lnSpc>
                </a:pPr>
                <a:r>
                  <a:rPr lang="en-US" sz="1600" b="0" i="0">
                    <a:solidFill>
                      <a:schemeClr val="tx1">
                        <a:lumMod val="75000"/>
                        <a:lumOff val="25000"/>
                      </a:schemeClr>
                    </a:solidFill>
                    <a:effectLst/>
                    <a:latin typeface="Montserrat" panose="00000500000000000000" pitchFamily="2" charset="0"/>
                  </a:rPr>
                  <a:t>Apple Inc. is a leading American technology company founded </a:t>
                </a:r>
                <a:r>
                  <a:rPr lang="en-US" sz="1600" b="1" i="0">
                    <a:solidFill>
                      <a:schemeClr val="tx1">
                        <a:lumMod val="75000"/>
                        <a:lumOff val="25000"/>
                      </a:schemeClr>
                    </a:solidFill>
                    <a:effectLst/>
                    <a:latin typeface="Montserrat" panose="00000500000000000000" pitchFamily="2" charset="0"/>
                  </a:rPr>
                  <a:t>in 1976 by Steve Jobs, Steve Wozniak, and Ronald Wayne.</a:t>
                </a:r>
                <a:r>
                  <a:rPr lang="en-US" sz="1600" b="0" i="0">
                    <a:solidFill>
                      <a:schemeClr val="tx1">
                        <a:lumMod val="75000"/>
                        <a:lumOff val="25000"/>
                      </a:schemeClr>
                    </a:solidFill>
                    <a:effectLst/>
                    <a:latin typeface="Montserrat" panose="00000500000000000000" pitchFamily="2" charset="0"/>
                  </a:rPr>
                  <a:t> It is renowned for its innovative products such as the iPhone, iPad, and Mac, as well as its software and services like iOS, macOS, and the App Store. With its relentless focus on design, user experience, and seamless integration, Apple has become one of the most valuable and influential companies in the business world. Its impact on consumer electronics, software development, and the overall tech industry has been transformative, setting new standards and inspiring competitors to strive for excellence.</a:t>
                </a:r>
                <a:endParaRPr lang="en-IN" sz="1600">
                  <a:solidFill>
                    <a:schemeClr val="tx1">
                      <a:lumMod val="75000"/>
                      <a:lumOff val="25000"/>
                    </a:schemeClr>
                  </a:solidFill>
                  <a:latin typeface="Montserrat" panose="00000500000000000000" pitchFamily="2" charset="0"/>
                </a:endParaRPr>
              </a:p>
            </p:txBody>
          </p:sp>
        </p:grpSp>
      </p:grpSp>
      <p:sp>
        <p:nvSpPr>
          <p:cNvPr id="3" name="TextBox 2">
            <a:extLst>
              <a:ext uri="{FF2B5EF4-FFF2-40B4-BE49-F238E27FC236}">
                <a16:creationId xmlns:a16="http://schemas.microsoft.com/office/drawing/2014/main" id="{6DB1223B-807B-4907-D226-BC1AD95FB09C}"/>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412826897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E09F81-5B51-43D6-1920-B717CDD8EFCB}"/>
              </a:ext>
            </a:extLst>
          </p:cNvPr>
          <p:cNvSpPr txBox="1"/>
          <p:nvPr/>
        </p:nvSpPr>
        <p:spPr>
          <a:xfrm>
            <a:off x="327476" y="1329159"/>
            <a:ext cx="11537047" cy="523220"/>
          </a:xfrm>
          <a:prstGeom prst="rect">
            <a:avLst/>
          </a:prstGeom>
          <a:noFill/>
        </p:spPr>
        <p:txBody>
          <a:bodyPr wrap="square">
            <a:spAutoFit/>
          </a:bodyPr>
          <a:lstStyle/>
          <a:p>
            <a:r>
              <a:rPr lang="en-US" sz="2800" b="1">
                <a:solidFill>
                  <a:schemeClr val="tx1">
                    <a:lumMod val="85000"/>
                    <a:lumOff val="15000"/>
                  </a:schemeClr>
                </a:solidFill>
                <a:latin typeface="Montserrat" panose="00000500000000000000" pitchFamily="2" charset="0"/>
              </a:rPr>
              <a:t>Apple Logo History</a:t>
            </a:r>
            <a:endParaRPr lang="en-IN" sz="2800" b="1">
              <a:solidFill>
                <a:schemeClr val="tx1">
                  <a:lumMod val="85000"/>
                  <a:lumOff val="15000"/>
                </a:schemeClr>
              </a:solidFill>
              <a:latin typeface="Montserrat" panose="00000500000000000000" pitchFamily="2" charset="0"/>
            </a:endParaRPr>
          </a:p>
        </p:txBody>
      </p:sp>
      <p:grpSp>
        <p:nvGrpSpPr>
          <p:cNvPr id="33" name="Group 32">
            <a:extLst>
              <a:ext uri="{FF2B5EF4-FFF2-40B4-BE49-F238E27FC236}">
                <a16:creationId xmlns:a16="http://schemas.microsoft.com/office/drawing/2014/main" id="{F18B1B55-6EA1-DD2E-B368-B05275A89662}"/>
              </a:ext>
            </a:extLst>
          </p:cNvPr>
          <p:cNvGrpSpPr/>
          <p:nvPr/>
        </p:nvGrpSpPr>
        <p:grpSpPr>
          <a:xfrm>
            <a:off x="149364" y="2703879"/>
            <a:ext cx="11887344" cy="3168773"/>
            <a:chOff x="149364" y="2703879"/>
            <a:chExt cx="11887344" cy="3168773"/>
          </a:xfrm>
        </p:grpSpPr>
        <p:grpSp>
          <p:nvGrpSpPr>
            <p:cNvPr id="30" name="Group 29">
              <a:extLst>
                <a:ext uri="{FF2B5EF4-FFF2-40B4-BE49-F238E27FC236}">
                  <a16:creationId xmlns:a16="http://schemas.microsoft.com/office/drawing/2014/main" id="{0E02B612-62FF-A0F9-98E5-ECD8F9B631DB}"/>
                </a:ext>
              </a:extLst>
            </p:cNvPr>
            <p:cNvGrpSpPr/>
            <p:nvPr/>
          </p:nvGrpSpPr>
          <p:grpSpPr>
            <a:xfrm>
              <a:off x="149364" y="2703879"/>
              <a:ext cx="11887344" cy="3168773"/>
              <a:chOff x="149364" y="2703879"/>
              <a:chExt cx="11887344" cy="3168773"/>
            </a:xfrm>
          </p:grpSpPr>
          <p:cxnSp>
            <p:nvCxnSpPr>
              <p:cNvPr id="15" name="Straight Connector 14">
                <a:extLst>
                  <a:ext uri="{FF2B5EF4-FFF2-40B4-BE49-F238E27FC236}">
                    <a16:creationId xmlns:a16="http://schemas.microsoft.com/office/drawing/2014/main" id="{3336DD61-C913-2454-301D-93E08D3A5896}"/>
                  </a:ext>
                </a:extLst>
              </p:cNvPr>
              <p:cNvCxnSpPr/>
              <p:nvPr/>
            </p:nvCxnSpPr>
            <p:spPr>
              <a:xfrm flipH="1">
                <a:off x="755353" y="2980863"/>
                <a:ext cx="1" cy="997855"/>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6598BD4-4B4C-766F-D2A8-AB5B07A03562}"/>
                  </a:ext>
                </a:extLst>
              </p:cNvPr>
              <p:cNvCxnSpPr/>
              <p:nvPr/>
            </p:nvCxnSpPr>
            <p:spPr>
              <a:xfrm flipH="1">
                <a:off x="2891613" y="2980863"/>
                <a:ext cx="0" cy="1969210"/>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B9DA1C5-E834-760A-4919-021726ABB817}"/>
                  </a:ext>
                </a:extLst>
              </p:cNvPr>
              <p:cNvCxnSpPr/>
              <p:nvPr/>
            </p:nvCxnSpPr>
            <p:spPr>
              <a:xfrm flipH="1">
                <a:off x="5027870" y="3046179"/>
                <a:ext cx="1" cy="997855"/>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F66DB85-FAC7-145B-1424-668F9A24C832}"/>
                  </a:ext>
                </a:extLst>
              </p:cNvPr>
              <p:cNvCxnSpPr/>
              <p:nvPr/>
            </p:nvCxnSpPr>
            <p:spPr>
              <a:xfrm flipH="1">
                <a:off x="7164130" y="3046179"/>
                <a:ext cx="1" cy="1838579"/>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DA55A95-D80B-BBFA-EDF4-A7C4496E2E27}"/>
                  </a:ext>
                </a:extLst>
              </p:cNvPr>
              <p:cNvCxnSpPr/>
              <p:nvPr/>
            </p:nvCxnSpPr>
            <p:spPr>
              <a:xfrm flipH="1">
                <a:off x="9300387" y="3046179"/>
                <a:ext cx="1" cy="997855"/>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A5C10D-B771-AEC5-77DD-629F7773D1AC}"/>
                  </a:ext>
                </a:extLst>
              </p:cNvPr>
              <p:cNvCxnSpPr/>
              <p:nvPr/>
            </p:nvCxnSpPr>
            <p:spPr>
              <a:xfrm flipH="1">
                <a:off x="11436643" y="3080661"/>
                <a:ext cx="1" cy="1838579"/>
              </a:xfrm>
              <a:prstGeom prst="line">
                <a:avLst/>
              </a:prstGeom>
              <a:ln>
                <a:solidFill>
                  <a:schemeClr val="bg1">
                    <a:lumMod val="75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4A497D3-7AF9-DF94-019E-C896E519CCA1}"/>
                  </a:ext>
                </a:extLst>
              </p:cNvPr>
              <p:cNvGrpSpPr/>
              <p:nvPr/>
            </p:nvGrpSpPr>
            <p:grpSpPr>
              <a:xfrm>
                <a:off x="327476" y="2703879"/>
                <a:ext cx="11537047" cy="855750"/>
                <a:chOff x="327476" y="2703879"/>
                <a:chExt cx="11537047" cy="855750"/>
              </a:xfrm>
            </p:grpSpPr>
            <p:sp>
              <p:nvSpPr>
                <p:cNvPr id="3" name="Freeform: Shape 2">
                  <a:extLst>
                    <a:ext uri="{FF2B5EF4-FFF2-40B4-BE49-F238E27FC236}">
                      <a16:creationId xmlns:a16="http://schemas.microsoft.com/office/drawing/2014/main" id="{37D45D42-C04E-C5B0-AA43-F7E49FDE0725}"/>
                    </a:ext>
                  </a:extLst>
                </p:cNvPr>
                <p:cNvSpPr/>
                <p:nvPr/>
              </p:nvSpPr>
              <p:spPr>
                <a:xfrm>
                  <a:off x="327476" y="2703879"/>
                  <a:ext cx="855754" cy="855750"/>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4" name="Freeform: Shape 3">
                  <a:extLst>
                    <a:ext uri="{FF2B5EF4-FFF2-40B4-BE49-F238E27FC236}">
                      <a16:creationId xmlns:a16="http://schemas.microsoft.com/office/drawing/2014/main" id="{7E2EE964-0B19-2BA6-F5B9-784217785630}"/>
                    </a:ext>
                  </a:extLst>
                </p:cNvPr>
                <p:cNvSpPr/>
                <p:nvPr/>
              </p:nvSpPr>
              <p:spPr>
                <a:xfrm>
                  <a:off x="2463735" y="2703879"/>
                  <a:ext cx="855754" cy="855750"/>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5" name="Freeform: Shape 4">
                  <a:extLst>
                    <a:ext uri="{FF2B5EF4-FFF2-40B4-BE49-F238E27FC236}">
                      <a16:creationId xmlns:a16="http://schemas.microsoft.com/office/drawing/2014/main" id="{A134344F-5009-221D-CADF-BB8072D59EA7}"/>
                    </a:ext>
                  </a:extLst>
                </p:cNvPr>
                <p:cNvSpPr/>
                <p:nvPr/>
              </p:nvSpPr>
              <p:spPr>
                <a:xfrm>
                  <a:off x="4599994" y="2703879"/>
                  <a:ext cx="855754" cy="855750"/>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6" name="Freeform: Shape 5">
                  <a:extLst>
                    <a:ext uri="{FF2B5EF4-FFF2-40B4-BE49-F238E27FC236}">
                      <a16:creationId xmlns:a16="http://schemas.microsoft.com/office/drawing/2014/main" id="{3995F5BA-591D-A619-A78A-3FB5F7C9C27C}"/>
                    </a:ext>
                  </a:extLst>
                </p:cNvPr>
                <p:cNvSpPr/>
                <p:nvPr/>
              </p:nvSpPr>
              <p:spPr>
                <a:xfrm>
                  <a:off x="6736253" y="2703879"/>
                  <a:ext cx="855754" cy="855750"/>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7" name="Freeform: Shape 6">
                  <a:extLst>
                    <a:ext uri="{FF2B5EF4-FFF2-40B4-BE49-F238E27FC236}">
                      <a16:creationId xmlns:a16="http://schemas.microsoft.com/office/drawing/2014/main" id="{CC23E3FA-F946-AA04-A71C-5CB5F14742F8}"/>
                    </a:ext>
                  </a:extLst>
                </p:cNvPr>
                <p:cNvSpPr/>
                <p:nvPr/>
              </p:nvSpPr>
              <p:spPr>
                <a:xfrm>
                  <a:off x="8872512" y="2703879"/>
                  <a:ext cx="855754" cy="855750"/>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sp>
              <p:nvSpPr>
                <p:cNvPr id="8" name="Freeform: Shape 7">
                  <a:extLst>
                    <a:ext uri="{FF2B5EF4-FFF2-40B4-BE49-F238E27FC236}">
                      <a16:creationId xmlns:a16="http://schemas.microsoft.com/office/drawing/2014/main" id="{E98FDF9D-4A5A-6CDA-760A-4EA409801002}"/>
                    </a:ext>
                  </a:extLst>
                </p:cNvPr>
                <p:cNvSpPr/>
                <p:nvPr/>
              </p:nvSpPr>
              <p:spPr>
                <a:xfrm>
                  <a:off x="11008769" y="2703879"/>
                  <a:ext cx="855754" cy="855750"/>
                </a:xfrm>
                <a:custGeom>
                  <a:avLst/>
                  <a:gdLst>
                    <a:gd name="connsiteX0" fmla="*/ 538286 w 538285"/>
                    <a:gd name="connsiteY0" fmla="*/ 269143 h 538285"/>
                    <a:gd name="connsiteX1" fmla="*/ 269143 w 538285"/>
                    <a:gd name="connsiteY1" fmla="*/ 538286 h 538285"/>
                    <a:gd name="connsiteX2" fmla="*/ 0 w 538285"/>
                    <a:gd name="connsiteY2" fmla="*/ 269143 h 538285"/>
                    <a:gd name="connsiteX3" fmla="*/ 269143 w 538285"/>
                    <a:gd name="connsiteY3" fmla="*/ 0 h 538285"/>
                    <a:gd name="connsiteX4" fmla="*/ 538286 w 538285"/>
                    <a:gd name="connsiteY4" fmla="*/ 269143 h 538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285" h="538285">
                      <a:moveTo>
                        <a:pt x="538286" y="269143"/>
                      </a:moveTo>
                      <a:cubicBezTo>
                        <a:pt x="538286" y="417786"/>
                        <a:pt x="417786" y="538286"/>
                        <a:pt x="269143" y="538286"/>
                      </a:cubicBezTo>
                      <a:cubicBezTo>
                        <a:pt x="120500" y="538286"/>
                        <a:pt x="0" y="417786"/>
                        <a:pt x="0" y="269143"/>
                      </a:cubicBezTo>
                      <a:cubicBezTo>
                        <a:pt x="0" y="120499"/>
                        <a:pt x="120500" y="0"/>
                        <a:pt x="269143" y="0"/>
                      </a:cubicBezTo>
                      <a:cubicBezTo>
                        <a:pt x="417786" y="0"/>
                        <a:pt x="538286" y="120499"/>
                        <a:pt x="538286" y="269143"/>
                      </a:cubicBezTo>
                      <a:close/>
                    </a:path>
                  </a:pathLst>
                </a:custGeom>
                <a:solidFill>
                  <a:schemeClr val="bg1"/>
                </a:solidFill>
                <a:ln w="3429" cap="flat">
                  <a:noFill/>
                  <a:prstDash val="solid"/>
                  <a:miter/>
                </a:ln>
                <a:effectLst>
                  <a:outerShdw blurRad="63500" sx="102000" sy="102000" algn="ctr" rotWithShape="0">
                    <a:prstClr val="black">
                      <a:alpha val="5000"/>
                    </a:prstClr>
                  </a:outerShdw>
                </a:effectLst>
              </p:spPr>
              <p:txBody>
                <a:bodyPr rtlCol="0" anchor="ctr"/>
                <a:lstStyle/>
                <a:p>
                  <a:endParaRPr lang="en-US"/>
                </a:p>
              </p:txBody>
            </p:sp>
            <p:pic>
              <p:nvPicPr>
                <p:cNvPr id="1026" name="Picture 2">
                  <a:extLst>
                    <a:ext uri="{FF2B5EF4-FFF2-40B4-BE49-F238E27FC236}">
                      <a16:creationId xmlns:a16="http://schemas.microsoft.com/office/drawing/2014/main" id="{409C42BD-267A-D51E-E955-E3DD66BB13C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67185" y="2870144"/>
                  <a:ext cx="448854" cy="5232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ple Logo and symbol, meaning, history, PNG, brand">
                  <a:extLst>
                    <a:ext uri="{FF2B5EF4-FFF2-40B4-BE49-F238E27FC236}">
                      <a16:creationId xmlns:a16="http://schemas.microsoft.com/office/drawing/2014/main" id="{7F911983-DFD7-B078-2BC0-7AEE918DC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071" r="27569"/>
                <a:stretch>
                  <a:fillRect/>
                </a:stretch>
              </p:blipFill>
              <p:spPr bwMode="auto">
                <a:xfrm>
                  <a:off x="4767267" y="2828636"/>
                  <a:ext cx="521208" cy="60623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ple Logo and symbol, meaning, history, sign.">
                  <a:extLst>
                    <a:ext uri="{FF2B5EF4-FFF2-40B4-BE49-F238E27FC236}">
                      <a16:creationId xmlns:a16="http://schemas.microsoft.com/office/drawing/2014/main" id="{B7E7C27B-8071-35EB-8591-3FB9B59B15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455" r="23154"/>
                <a:stretch>
                  <a:fillRect/>
                </a:stretch>
              </p:blipFill>
              <p:spPr bwMode="auto">
                <a:xfrm>
                  <a:off x="6903526" y="2884931"/>
                  <a:ext cx="521208" cy="49364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official-apple-logo-png ~ Warren Berger : Warren Berger">
                  <a:extLst>
                    <a:ext uri="{FF2B5EF4-FFF2-40B4-BE49-F238E27FC236}">
                      <a16:creationId xmlns:a16="http://schemas.microsoft.com/office/drawing/2014/main" id="{1ABC5C82-942A-5DE7-7AC9-43C17061337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103521" y="2893727"/>
                  <a:ext cx="393736" cy="47605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F9A20CCC-9B49-7643-C9FF-E2B0D3A7428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558810" y="2846004"/>
                  <a:ext cx="393086" cy="5715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23">
                <a:extLst>
                  <a:ext uri="{FF2B5EF4-FFF2-40B4-BE49-F238E27FC236}">
                    <a16:creationId xmlns:a16="http://schemas.microsoft.com/office/drawing/2014/main" id="{F517A1B9-CA75-452F-1A2D-403F8E227242}"/>
                  </a:ext>
                </a:extLst>
              </p:cNvPr>
              <p:cNvSpPr/>
              <p:nvPr/>
            </p:nvSpPr>
            <p:spPr>
              <a:xfrm>
                <a:off x="149364" y="4134616"/>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1976</a:t>
                </a:r>
                <a:endParaRPr lang="en-IN" b="1">
                  <a:solidFill>
                    <a:schemeClr val="tx1"/>
                  </a:solidFill>
                  <a:latin typeface="Montserrat" pitchFamily="2" charset="77"/>
                </a:endParaRPr>
              </a:p>
            </p:txBody>
          </p:sp>
          <p:sp>
            <p:nvSpPr>
              <p:cNvPr id="25" name="Rectangle 24">
                <a:extLst>
                  <a:ext uri="{FF2B5EF4-FFF2-40B4-BE49-F238E27FC236}">
                    <a16:creationId xmlns:a16="http://schemas.microsoft.com/office/drawing/2014/main" id="{65DD78B4-3250-EE22-0633-0E48AEE06870}"/>
                  </a:ext>
                </a:extLst>
              </p:cNvPr>
              <p:cNvSpPr/>
              <p:nvPr/>
            </p:nvSpPr>
            <p:spPr>
              <a:xfrm>
                <a:off x="4421881" y="4134616"/>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1998</a:t>
                </a:r>
                <a:endParaRPr lang="en-IN" b="1">
                  <a:solidFill>
                    <a:schemeClr val="tx1"/>
                  </a:solidFill>
                  <a:latin typeface="Montserrat" panose="00000500000000000000" pitchFamily="2" charset="0"/>
                </a:endParaRPr>
              </a:p>
            </p:txBody>
          </p:sp>
          <p:sp>
            <p:nvSpPr>
              <p:cNvPr id="26" name="Rectangle 25">
                <a:extLst>
                  <a:ext uri="{FF2B5EF4-FFF2-40B4-BE49-F238E27FC236}">
                    <a16:creationId xmlns:a16="http://schemas.microsoft.com/office/drawing/2014/main" id="{AE5AA56E-ED26-7D61-A449-3C44CE3DA8B4}"/>
                  </a:ext>
                </a:extLst>
              </p:cNvPr>
              <p:cNvSpPr/>
              <p:nvPr/>
            </p:nvSpPr>
            <p:spPr>
              <a:xfrm>
                <a:off x="8694398" y="4134616"/>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2007</a:t>
                </a:r>
                <a:endParaRPr lang="en-IN" b="1">
                  <a:solidFill>
                    <a:schemeClr val="tx1"/>
                  </a:solidFill>
                  <a:latin typeface="Montserrat" panose="00000500000000000000" pitchFamily="2" charset="0"/>
                </a:endParaRPr>
              </a:p>
            </p:txBody>
          </p:sp>
          <p:sp>
            <p:nvSpPr>
              <p:cNvPr id="27" name="Rectangle 26">
                <a:extLst>
                  <a:ext uri="{FF2B5EF4-FFF2-40B4-BE49-F238E27FC236}">
                    <a16:creationId xmlns:a16="http://schemas.microsoft.com/office/drawing/2014/main" id="{F7F94C24-8EE3-AB85-18EB-72BA88F6B153}"/>
                  </a:ext>
                </a:extLst>
              </p:cNvPr>
              <p:cNvSpPr/>
              <p:nvPr/>
            </p:nvSpPr>
            <p:spPr>
              <a:xfrm>
                <a:off x="2285623" y="5185029"/>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1977</a:t>
                </a:r>
                <a:endParaRPr lang="en-IN" b="1">
                  <a:solidFill>
                    <a:schemeClr val="tx1"/>
                  </a:solidFill>
                  <a:latin typeface="Montserrat" panose="00000500000000000000" pitchFamily="2" charset="0"/>
                </a:endParaRPr>
              </a:p>
            </p:txBody>
          </p:sp>
          <p:sp>
            <p:nvSpPr>
              <p:cNvPr id="28" name="Rectangle 27">
                <a:extLst>
                  <a:ext uri="{FF2B5EF4-FFF2-40B4-BE49-F238E27FC236}">
                    <a16:creationId xmlns:a16="http://schemas.microsoft.com/office/drawing/2014/main" id="{964E9F0A-026D-873D-392B-8513ECC292DE}"/>
                  </a:ext>
                </a:extLst>
              </p:cNvPr>
              <p:cNvSpPr/>
              <p:nvPr/>
            </p:nvSpPr>
            <p:spPr>
              <a:xfrm>
                <a:off x="6558141" y="5185029"/>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2001</a:t>
                </a:r>
                <a:endParaRPr lang="en-IN" b="1">
                  <a:solidFill>
                    <a:schemeClr val="tx1"/>
                  </a:solidFill>
                  <a:latin typeface="Montserrat" panose="00000500000000000000" pitchFamily="2" charset="0"/>
                </a:endParaRPr>
              </a:p>
            </p:txBody>
          </p:sp>
          <p:sp>
            <p:nvSpPr>
              <p:cNvPr id="29" name="Rectangle 28">
                <a:extLst>
                  <a:ext uri="{FF2B5EF4-FFF2-40B4-BE49-F238E27FC236}">
                    <a16:creationId xmlns:a16="http://schemas.microsoft.com/office/drawing/2014/main" id="{D951B269-2A10-54ED-8DAD-6F1696546E08}"/>
                  </a:ext>
                </a:extLst>
              </p:cNvPr>
              <p:cNvSpPr/>
              <p:nvPr/>
            </p:nvSpPr>
            <p:spPr>
              <a:xfrm>
                <a:off x="10824731" y="5185029"/>
                <a:ext cx="1211977" cy="687623"/>
              </a:xfrm>
              <a:prstGeom prst="rect">
                <a:avLst/>
              </a:prstGeom>
              <a:gradFill>
                <a:gsLst>
                  <a:gs pos="0">
                    <a:schemeClr val="bg1">
                      <a:lumMod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Montserrat" panose="00000500000000000000" pitchFamily="2" charset="0"/>
                  </a:rPr>
                  <a:t>Current</a:t>
                </a:r>
                <a:endParaRPr lang="en-IN" b="1">
                  <a:solidFill>
                    <a:schemeClr val="tx1"/>
                  </a:solidFill>
                  <a:latin typeface="Montserrat" panose="00000500000000000000" pitchFamily="2" charset="0"/>
                </a:endParaRPr>
              </a:p>
            </p:txBody>
          </p:sp>
        </p:grpSp>
        <p:pic>
          <p:nvPicPr>
            <p:cNvPr id="32" name="Picture 31" descr="A white apple logo on a black background&#10;&#10;Description automatically generated">
              <a:extLst>
                <a:ext uri="{FF2B5EF4-FFF2-40B4-BE49-F238E27FC236}">
                  <a16:creationId xmlns:a16="http://schemas.microsoft.com/office/drawing/2014/main" id="{F2D24C42-37D8-FD96-33EF-0A43191D2F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69154" y="2855448"/>
              <a:ext cx="523130" cy="523130"/>
            </a:xfrm>
            <a:prstGeom prst="rect">
              <a:avLst/>
            </a:prstGeom>
          </p:spPr>
        </p:pic>
      </p:grpSp>
      <p:sp>
        <p:nvSpPr>
          <p:cNvPr id="35" name="TextBox 34">
            <a:extLst>
              <a:ext uri="{FF2B5EF4-FFF2-40B4-BE49-F238E27FC236}">
                <a16:creationId xmlns:a16="http://schemas.microsoft.com/office/drawing/2014/main" id="{FF70EDD4-FE9C-5B5E-A85E-D3AE2547FAA8}"/>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416561003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54ABE3E7-1FCC-5968-3E18-E0EEFB6D95A5}"/>
              </a:ext>
            </a:extLst>
          </p:cNvPr>
          <p:cNvGrpSpPr/>
          <p:nvPr/>
        </p:nvGrpSpPr>
        <p:grpSpPr>
          <a:xfrm>
            <a:off x="327477" y="1430758"/>
            <a:ext cx="11864523" cy="4363068"/>
            <a:chOff x="327477" y="1430758"/>
            <a:chExt cx="11864523" cy="4363068"/>
          </a:xfrm>
        </p:grpSpPr>
        <p:sp>
          <p:nvSpPr>
            <p:cNvPr id="4" name="Rectangle 3">
              <a:extLst>
                <a:ext uri="{FF2B5EF4-FFF2-40B4-BE49-F238E27FC236}">
                  <a16:creationId xmlns:a16="http://schemas.microsoft.com/office/drawing/2014/main" id="{2BC27CAE-1A46-D5E1-E5B7-089D3BA5FED9}"/>
                </a:ext>
              </a:extLst>
            </p:cNvPr>
            <p:cNvSpPr/>
            <p:nvPr/>
          </p:nvSpPr>
          <p:spPr>
            <a:xfrm>
              <a:off x="8187771" y="3616845"/>
              <a:ext cx="4004229" cy="11375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80933CED-9821-8910-42F0-1FDF2BF8A243}"/>
                </a:ext>
              </a:extLst>
            </p:cNvPr>
            <p:cNvGrpSpPr/>
            <p:nvPr/>
          </p:nvGrpSpPr>
          <p:grpSpPr>
            <a:xfrm>
              <a:off x="327477" y="1430758"/>
              <a:ext cx="11537047" cy="4363068"/>
              <a:chOff x="327477" y="1430758"/>
              <a:chExt cx="11537047" cy="4363068"/>
            </a:xfrm>
          </p:grpSpPr>
          <p:grpSp>
            <p:nvGrpSpPr>
              <p:cNvPr id="9" name="Group 8">
                <a:extLst>
                  <a:ext uri="{FF2B5EF4-FFF2-40B4-BE49-F238E27FC236}">
                    <a16:creationId xmlns:a16="http://schemas.microsoft.com/office/drawing/2014/main" id="{B5967876-EFD0-79D9-F555-427042507CFF}"/>
                  </a:ext>
                </a:extLst>
              </p:cNvPr>
              <p:cNvGrpSpPr/>
              <p:nvPr/>
            </p:nvGrpSpPr>
            <p:grpSpPr>
              <a:xfrm>
                <a:off x="468539" y="2577376"/>
                <a:ext cx="11254923" cy="3216450"/>
                <a:chOff x="327476" y="2577376"/>
                <a:chExt cx="11254923" cy="3216450"/>
              </a:xfrm>
            </p:grpSpPr>
            <p:pic>
              <p:nvPicPr>
                <p:cNvPr id="6146" name="Picture 2" descr="Apple completa 45 anos, relembre sua trajetória - Olhar Digital">
                  <a:extLst>
                    <a:ext uri="{FF2B5EF4-FFF2-40B4-BE49-F238E27FC236}">
                      <a16:creationId xmlns:a16="http://schemas.microsoft.com/office/drawing/2014/main" id="{C8CE6567-9D0A-21AE-A82A-D8007339E3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55493" y="2577376"/>
                  <a:ext cx="4826906" cy="3216450"/>
                </a:xfrm>
                <a:prstGeom prst="round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E18881A0-ACBA-BF9C-0945-560E17EF5E25}"/>
                    </a:ext>
                  </a:extLst>
                </p:cNvPr>
                <p:cNvGrpSpPr/>
                <p:nvPr/>
              </p:nvGrpSpPr>
              <p:grpSpPr>
                <a:xfrm>
                  <a:off x="327476" y="3097111"/>
                  <a:ext cx="6096000" cy="2176981"/>
                  <a:chOff x="327476" y="2577376"/>
                  <a:chExt cx="6096000" cy="2176981"/>
                </a:xfrm>
              </p:grpSpPr>
              <p:sp>
                <p:nvSpPr>
                  <p:cNvPr id="6" name="TextBox 5">
                    <a:extLst>
                      <a:ext uri="{FF2B5EF4-FFF2-40B4-BE49-F238E27FC236}">
                        <a16:creationId xmlns:a16="http://schemas.microsoft.com/office/drawing/2014/main" id="{306E18BC-2F68-0F3F-DCEF-28B583E990F1}"/>
                      </a:ext>
                    </a:extLst>
                  </p:cNvPr>
                  <p:cNvSpPr txBox="1"/>
                  <p:nvPr/>
                </p:nvSpPr>
                <p:spPr>
                  <a:xfrm>
                    <a:off x="327476" y="2577376"/>
                    <a:ext cx="6096000" cy="1025409"/>
                  </a:xfrm>
                  <a:prstGeom prst="rect">
                    <a:avLst/>
                  </a:prstGeom>
                  <a:noFill/>
                </p:spPr>
                <p:txBody>
                  <a:bodyPr wrap="square">
                    <a:spAutoFit/>
                  </a:bodyPr>
                  <a:lstStyle/>
                  <a:p>
                    <a:pPr>
                      <a:lnSpc>
                        <a:spcPct val="150000"/>
                      </a:lnSpc>
                    </a:pPr>
                    <a:r>
                      <a:rPr lang="en-US" sz="1400" b="1" i="0">
                        <a:solidFill>
                          <a:schemeClr val="tx1">
                            <a:lumMod val="75000"/>
                            <a:lumOff val="25000"/>
                          </a:schemeClr>
                        </a:solidFill>
                        <a:effectLst/>
                        <a:latin typeface="Montserrat" panose="00000500000000000000" pitchFamily="2" charset="0"/>
                      </a:rPr>
                      <a:t>Branding Strategy: </a:t>
                    </a:r>
                    <a:r>
                      <a:rPr lang="en-US" sz="1400" b="0" i="0">
                        <a:solidFill>
                          <a:schemeClr val="tx1">
                            <a:lumMod val="75000"/>
                            <a:lumOff val="25000"/>
                          </a:schemeClr>
                        </a:solidFill>
                        <a:effectLst/>
                        <a:latin typeface="Montserrat" panose="00000500000000000000" pitchFamily="2" charset="0"/>
                      </a:rPr>
                      <a:t>Create a unique, emotional brand identity that reflects innovation, quality, and lifestyle to differentiate from competitors.</a:t>
                    </a:r>
                    <a:endParaRPr lang="en-IN" sz="1400">
                      <a:solidFill>
                        <a:schemeClr val="tx1">
                          <a:lumMod val="75000"/>
                          <a:lumOff val="25000"/>
                        </a:schemeClr>
                      </a:solidFill>
                      <a:latin typeface="Montserrat" panose="00000500000000000000" pitchFamily="2" charset="0"/>
                    </a:endParaRPr>
                  </a:p>
                </p:txBody>
              </p:sp>
              <p:sp>
                <p:nvSpPr>
                  <p:cNvPr id="7" name="TextBox 6">
                    <a:extLst>
                      <a:ext uri="{FF2B5EF4-FFF2-40B4-BE49-F238E27FC236}">
                        <a16:creationId xmlns:a16="http://schemas.microsoft.com/office/drawing/2014/main" id="{1FDE7546-BB20-0CE5-FA0D-063FA4B310D3}"/>
                      </a:ext>
                    </a:extLst>
                  </p:cNvPr>
                  <p:cNvSpPr txBox="1"/>
                  <p:nvPr/>
                </p:nvSpPr>
                <p:spPr>
                  <a:xfrm>
                    <a:off x="327476" y="3728948"/>
                    <a:ext cx="6096000" cy="1025409"/>
                  </a:xfrm>
                  <a:prstGeom prst="rect">
                    <a:avLst/>
                  </a:prstGeom>
                  <a:noFill/>
                </p:spPr>
                <p:txBody>
                  <a:bodyPr wrap="square">
                    <a:spAutoFit/>
                  </a:bodyPr>
                  <a:lstStyle/>
                  <a:p>
                    <a:pPr algn="l">
                      <a:lnSpc>
                        <a:spcPct val="150000"/>
                      </a:lnSpc>
                    </a:pPr>
                    <a:r>
                      <a:rPr lang="en-US" sz="1400" b="1" i="0">
                        <a:solidFill>
                          <a:schemeClr val="tx1">
                            <a:lumMod val="75000"/>
                            <a:lumOff val="25000"/>
                          </a:schemeClr>
                        </a:solidFill>
                        <a:effectLst/>
                        <a:latin typeface="Montserrat" panose="00000500000000000000" pitchFamily="2" charset="0"/>
                      </a:rPr>
                      <a:t>Marketing Strategy: </a:t>
                    </a:r>
                    <a:r>
                      <a:rPr lang="en-US" sz="1400" b="0" i="0">
                        <a:solidFill>
                          <a:schemeClr val="tx1">
                            <a:lumMod val="75000"/>
                            <a:lumOff val="25000"/>
                          </a:schemeClr>
                        </a:solidFill>
                        <a:effectLst/>
                        <a:latin typeface="Montserrat" panose="00000500000000000000" pitchFamily="2" charset="0"/>
                      </a:rPr>
                      <a:t>Employ emotional storytelling, iconic product launches, and social media engagement to build a devoted customer base and drive sales.</a:t>
                    </a:r>
                  </a:p>
                </p:txBody>
              </p:sp>
            </p:grpSp>
          </p:grpSp>
          <p:sp>
            <p:nvSpPr>
              <p:cNvPr id="11" name="TextBox 10">
                <a:extLst>
                  <a:ext uri="{FF2B5EF4-FFF2-40B4-BE49-F238E27FC236}">
                    <a16:creationId xmlns:a16="http://schemas.microsoft.com/office/drawing/2014/main" id="{0CF17F41-A038-DC31-C7A6-5E6C6574910E}"/>
                  </a:ext>
                </a:extLst>
              </p:cNvPr>
              <p:cNvSpPr txBox="1"/>
              <p:nvPr/>
            </p:nvSpPr>
            <p:spPr>
              <a:xfrm>
                <a:off x="327477" y="1430758"/>
                <a:ext cx="11537047" cy="523220"/>
              </a:xfrm>
              <a:prstGeom prst="rect">
                <a:avLst/>
              </a:prstGeom>
              <a:noFill/>
            </p:spPr>
            <p:txBody>
              <a:bodyPr wrap="square">
                <a:spAutoFit/>
              </a:bodyPr>
              <a:lstStyle/>
              <a:p>
                <a:r>
                  <a:rPr lang="en-IN" sz="2800" b="1" i="0">
                    <a:solidFill>
                      <a:schemeClr val="tx1">
                        <a:lumMod val="75000"/>
                        <a:lumOff val="25000"/>
                      </a:schemeClr>
                    </a:solidFill>
                    <a:effectLst/>
                    <a:latin typeface="Montserrat" panose="00000500000000000000" pitchFamily="2" charset="0"/>
                  </a:rPr>
                  <a:t>Branding And Marketing Strategies</a:t>
                </a:r>
                <a:endParaRPr lang="en-IN" sz="2800" b="1">
                  <a:solidFill>
                    <a:schemeClr val="tx1">
                      <a:lumMod val="75000"/>
                      <a:lumOff val="25000"/>
                    </a:schemeClr>
                  </a:solidFill>
                  <a:latin typeface="Montserrat" panose="00000500000000000000" pitchFamily="2" charset="0"/>
                </a:endParaRPr>
              </a:p>
            </p:txBody>
          </p:sp>
        </p:grpSp>
      </p:grpSp>
      <p:sp>
        <p:nvSpPr>
          <p:cNvPr id="14" name="TextBox 13">
            <a:extLst>
              <a:ext uri="{FF2B5EF4-FFF2-40B4-BE49-F238E27FC236}">
                <a16:creationId xmlns:a16="http://schemas.microsoft.com/office/drawing/2014/main" id="{3F53D1D8-7EDB-6266-5FA6-375AFB745416}"/>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329097943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76AF96B-E59E-4991-AD6C-084210C110E8}"/>
              </a:ext>
            </a:extLst>
          </p:cNvPr>
          <p:cNvSpPr/>
          <p:nvPr/>
        </p:nvSpPr>
        <p:spPr>
          <a:xfrm>
            <a:off x="0" y="4281714"/>
            <a:ext cx="2090057" cy="257628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descr="A group of people standing next to a large white apple logo&#10;&#10;Description automatically generated">
            <a:extLst>
              <a:ext uri="{FF2B5EF4-FFF2-40B4-BE49-F238E27FC236}">
                <a16:creationId xmlns:a16="http://schemas.microsoft.com/office/drawing/2014/main" id="{7E72EA22-B42D-4752-C2AA-C2A323F23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7" y="2576286"/>
            <a:ext cx="5921587" cy="3860518"/>
          </a:xfrm>
          <a:prstGeom prst="rect">
            <a:avLst/>
          </a:prstGeom>
        </p:spPr>
      </p:pic>
      <p:sp>
        <p:nvSpPr>
          <p:cNvPr id="7" name="TextBox 6">
            <a:extLst>
              <a:ext uri="{FF2B5EF4-FFF2-40B4-BE49-F238E27FC236}">
                <a16:creationId xmlns:a16="http://schemas.microsoft.com/office/drawing/2014/main" id="{734ED986-0355-0D9C-0304-2CA2A20C39F0}"/>
              </a:ext>
            </a:extLst>
          </p:cNvPr>
          <p:cNvSpPr txBox="1"/>
          <p:nvPr/>
        </p:nvSpPr>
        <p:spPr>
          <a:xfrm>
            <a:off x="327477" y="1430758"/>
            <a:ext cx="11537047" cy="523220"/>
          </a:xfrm>
          <a:prstGeom prst="rect">
            <a:avLst/>
          </a:prstGeom>
          <a:noFill/>
        </p:spPr>
        <p:txBody>
          <a:bodyPr wrap="square">
            <a:spAutoFit/>
          </a:bodyPr>
          <a:lstStyle/>
          <a:p>
            <a:r>
              <a:rPr lang="en-US" sz="2800" b="1" i="0" dirty="0">
                <a:solidFill>
                  <a:schemeClr val="tx1">
                    <a:lumMod val="75000"/>
                    <a:lumOff val="25000"/>
                  </a:schemeClr>
                </a:solidFill>
                <a:effectLst/>
                <a:latin typeface="Montserrat" panose="00000500000000000000" pitchFamily="2" charset="0"/>
              </a:rPr>
              <a:t>Vision and Mission</a:t>
            </a:r>
            <a:endParaRPr lang="en-IN" sz="2800" b="1" dirty="0">
              <a:solidFill>
                <a:schemeClr val="tx1">
                  <a:lumMod val="75000"/>
                  <a:lumOff val="25000"/>
                </a:schemeClr>
              </a:solidFill>
              <a:latin typeface="Montserrat" panose="00000500000000000000" pitchFamily="2" charset="0"/>
            </a:endParaRPr>
          </a:p>
        </p:txBody>
      </p:sp>
      <p:grpSp>
        <p:nvGrpSpPr>
          <p:cNvPr id="20" name="Group 19">
            <a:extLst>
              <a:ext uri="{FF2B5EF4-FFF2-40B4-BE49-F238E27FC236}">
                <a16:creationId xmlns:a16="http://schemas.microsoft.com/office/drawing/2014/main" id="{9F7FDAC3-3B68-D0D4-F5B0-D3CAB3D5AD9E}"/>
              </a:ext>
            </a:extLst>
          </p:cNvPr>
          <p:cNvGrpSpPr/>
          <p:nvPr/>
        </p:nvGrpSpPr>
        <p:grpSpPr>
          <a:xfrm>
            <a:off x="4870576" y="3229528"/>
            <a:ext cx="6813424" cy="2568899"/>
            <a:chOff x="4870576" y="3229528"/>
            <a:chExt cx="6813424" cy="2568899"/>
          </a:xfrm>
        </p:grpSpPr>
        <p:sp>
          <p:nvSpPr>
            <p:cNvPr id="8" name="Rectangle: Rounded Corners 7">
              <a:extLst>
                <a:ext uri="{FF2B5EF4-FFF2-40B4-BE49-F238E27FC236}">
                  <a16:creationId xmlns:a16="http://schemas.microsoft.com/office/drawing/2014/main" id="{4B09FB53-76E5-DED4-BE4B-37CEF7FEBE73}"/>
                </a:ext>
              </a:extLst>
            </p:cNvPr>
            <p:cNvSpPr/>
            <p:nvPr/>
          </p:nvSpPr>
          <p:spPr>
            <a:xfrm flipH="1">
              <a:off x="4870576" y="3229528"/>
              <a:ext cx="3271938" cy="2554034"/>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Rectangle: Rounded Corners 8">
              <a:extLst>
                <a:ext uri="{FF2B5EF4-FFF2-40B4-BE49-F238E27FC236}">
                  <a16:creationId xmlns:a16="http://schemas.microsoft.com/office/drawing/2014/main" id="{800001EC-4007-06C9-055F-F06B61A5B1E9}"/>
                </a:ext>
              </a:extLst>
            </p:cNvPr>
            <p:cNvSpPr/>
            <p:nvPr/>
          </p:nvSpPr>
          <p:spPr>
            <a:xfrm flipH="1">
              <a:off x="8412062" y="3229528"/>
              <a:ext cx="3271938" cy="2554034"/>
            </a:xfrm>
            <a:prstGeom prst="roundRect">
              <a:avLst/>
            </a:prstGeom>
            <a:solidFill>
              <a:schemeClr val="bg1"/>
            </a:solidFill>
            <a:ln>
              <a:noFill/>
            </a:ln>
            <a:effectLst>
              <a:outerShdw blurRad="127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6" name="Group 15">
              <a:extLst>
                <a:ext uri="{FF2B5EF4-FFF2-40B4-BE49-F238E27FC236}">
                  <a16:creationId xmlns:a16="http://schemas.microsoft.com/office/drawing/2014/main" id="{C0DFB2FD-E85E-BE03-1109-58BDD2925F1B}"/>
                </a:ext>
              </a:extLst>
            </p:cNvPr>
            <p:cNvGrpSpPr/>
            <p:nvPr/>
          </p:nvGrpSpPr>
          <p:grpSpPr>
            <a:xfrm>
              <a:off x="5133388" y="3749821"/>
              <a:ext cx="2913331" cy="1540764"/>
              <a:chOff x="5280087" y="3586088"/>
              <a:chExt cx="2913331" cy="1540764"/>
            </a:xfrm>
          </p:grpSpPr>
          <p:sp>
            <p:nvSpPr>
              <p:cNvPr id="12" name="TextBox 11">
                <a:extLst>
                  <a:ext uri="{FF2B5EF4-FFF2-40B4-BE49-F238E27FC236}">
                    <a16:creationId xmlns:a16="http://schemas.microsoft.com/office/drawing/2014/main" id="{8FFF2593-1D4D-9732-B467-593EC65D912C}"/>
                  </a:ext>
                </a:extLst>
              </p:cNvPr>
              <p:cNvSpPr txBox="1"/>
              <p:nvPr/>
            </p:nvSpPr>
            <p:spPr>
              <a:xfrm>
                <a:off x="5292280" y="3586088"/>
                <a:ext cx="2452914" cy="369332"/>
              </a:xfrm>
              <a:prstGeom prst="rect">
                <a:avLst/>
              </a:prstGeom>
              <a:noFill/>
            </p:spPr>
            <p:txBody>
              <a:bodyPr wrap="square">
                <a:spAutoFit/>
              </a:bodyPr>
              <a:lstStyle/>
              <a:p>
                <a:r>
                  <a:rPr lang="en-IN" b="1" dirty="0">
                    <a:solidFill>
                      <a:schemeClr val="tx1">
                        <a:lumMod val="75000"/>
                        <a:lumOff val="25000"/>
                      </a:schemeClr>
                    </a:solidFill>
                    <a:latin typeface="Montserrat" panose="00000500000000000000" pitchFamily="2" charset="0"/>
                  </a:rPr>
                  <a:t>Vision</a:t>
                </a:r>
              </a:p>
            </p:txBody>
          </p:sp>
          <p:sp>
            <p:nvSpPr>
              <p:cNvPr id="14" name="TextBox 13">
                <a:extLst>
                  <a:ext uri="{FF2B5EF4-FFF2-40B4-BE49-F238E27FC236}">
                    <a16:creationId xmlns:a16="http://schemas.microsoft.com/office/drawing/2014/main" id="{95CFE984-CE7E-51ED-4C4A-E6A7A99D89FE}"/>
                  </a:ext>
                </a:extLst>
              </p:cNvPr>
              <p:cNvSpPr txBox="1"/>
              <p:nvPr/>
            </p:nvSpPr>
            <p:spPr>
              <a:xfrm>
                <a:off x="5280087" y="4065023"/>
                <a:ext cx="2913331" cy="1061829"/>
              </a:xfrm>
              <a:prstGeom prst="rect">
                <a:avLst/>
              </a:prstGeom>
              <a:noFill/>
            </p:spPr>
            <p:txBody>
              <a:bodyPr wrap="square">
                <a:spAutoFit/>
              </a:bodyPr>
              <a:lstStyle/>
              <a:p>
                <a:r>
                  <a:rPr lang="en-GB" sz="1050" dirty="0">
                    <a:effectLst/>
                    <a:latin typeface="Montserrat" pitchFamily="2" charset="77"/>
                  </a:rPr>
                  <a:t>“Man is the creator of change in this world.</a:t>
                </a:r>
              </a:p>
              <a:p>
                <a:r>
                  <a:rPr lang="en-GB" sz="1050" dirty="0">
                    <a:effectLst/>
                    <a:latin typeface="Montserrat" pitchFamily="2" charset="77"/>
                  </a:rPr>
                  <a:t>As such he should be above systems and</a:t>
                </a:r>
              </a:p>
              <a:p>
                <a:r>
                  <a:rPr lang="en-GB" sz="1050" dirty="0">
                    <a:effectLst/>
                    <a:latin typeface="Montserrat" pitchFamily="2" charset="77"/>
                  </a:rPr>
                  <a:t>structures, and not subordinate to them."</a:t>
                </a:r>
              </a:p>
            </p:txBody>
          </p:sp>
        </p:grpSp>
        <p:grpSp>
          <p:nvGrpSpPr>
            <p:cNvPr id="17" name="Group 16">
              <a:extLst>
                <a:ext uri="{FF2B5EF4-FFF2-40B4-BE49-F238E27FC236}">
                  <a16:creationId xmlns:a16="http://schemas.microsoft.com/office/drawing/2014/main" id="{02D53961-6B46-EFE2-4DDC-BFAF5783A24D}"/>
                </a:ext>
              </a:extLst>
            </p:cNvPr>
            <p:cNvGrpSpPr/>
            <p:nvPr/>
          </p:nvGrpSpPr>
          <p:grpSpPr>
            <a:xfrm>
              <a:off x="8470119" y="3380489"/>
              <a:ext cx="3189648" cy="2417938"/>
              <a:chOff x="5075332" y="3337943"/>
              <a:chExt cx="3189648" cy="2417938"/>
            </a:xfrm>
          </p:grpSpPr>
          <p:sp>
            <p:nvSpPr>
              <p:cNvPr id="18" name="TextBox 17">
                <a:extLst>
                  <a:ext uri="{FF2B5EF4-FFF2-40B4-BE49-F238E27FC236}">
                    <a16:creationId xmlns:a16="http://schemas.microsoft.com/office/drawing/2014/main" id="{D8B28419-3251-8103-33D6-935E7CCDF528}"/>
                  </a:ext>
                </a:extLst>
              </p:cNvPr>
              <p:cNvSpPr txBox="1"/>
              <p:nvPr/>
            </p:nvSpPr>
            <p:spPr>
              <a:xfrm>
                <a:off x="5075332" y="3337943"/>
                <a:ext cx="2452914" cy="369332"/>
              </a:xfrm>
              <a:prstGeom prst="rect">
                <a:avLst/>
              </a:prstGeom>
              <a:noFill/>
            </p:spPr>
            <p:txBody>
              <a:bodyPr wrap="square">
                <a:spAutoFit/>
              </a:bodyPr>
              <a:lstStyle/>
              <a:p>
                <a:r>
                  <a:rPr lang="en-IN" b="1" dirty="0">
                    <a:solidFill>
                      <a:schemeClr val="tx1">
                        <a:lumMod val="75000"/>
                        <a:lumOff val="25000"/>
                      </a:schemeClr>
                    </a:solidFill>
                    <a:latin typeface="Montserrat" panose="00000500000000000000" pitchFamily="2" charset="0"/>
                  </a:rPr>
                  <a:t>Mission</a:t>
                </a:r>
              </a:p>
            </p:txBody>
          </p:sp>
          <p:sp>
            <p:nvSpPr>
              <p:cNvPr id="19" name="TextBox 18">
                <a:extLst>
                  <a:ext uri="{FF2B5EF4-FFF2-40B4-BE49-F238E27FC236}">
                    <a16:creationId xmlns:a16="http://schemas.microsoft.com/office/drawing/2014/main" id="{F333CA38-18AB-4F0C-53C8-1F5C27DE3C10}"/>
                  </a:ext>
                </a:extLst>
              </p:cNvPr>
              <p:cNvSpPr txBox="1"/>
              <p:nvPr/>
            </p:nvSpPr>
            <p:spPr>
              <a:xfrm>
                <a:off x="5075332" y="3751871"/>
                <a:ext cx="3189648" cy="2004010"/>
              </a:xfrm>
              <a:prstGeom prst="rect">
                <a:avLst/>
              </a:prstGeom>
              <a:noFill/>
            </p:spPr>
            <p:txBody>
              <a:bodyPr wrap="square">
                <a:spAutoFit/>
              </a:bodyPr>
              <a:lstStyle/>
              <a:p>
                <a:pPr algn="l" fontAlgn="base">
                  <a:lnSpc>
                    <a:spcPct val="150000"/>
                  </a:lnSpc>
                </a:pPr>
                <a:r>
                  <a:rPr lang="en-GB" sz="1050" b="0" i="0" dirty="0">
                    <a:solidFill>
                      <a:srgbClr val="000000"/>
                    </a:solidFill>
                    <a:effectLst/>
                    <a:latin typeface="Montserrat" pitchFamily="2" charset="77"/>
                  </a:rPr>
                  <a:t>“The Company is committed to bringing the best personal computing, portable digital music and mobile communication experience to students, educators, creative professionals, businesses, government agencies, and consumers through its innovative hardware, software, peripherals, services, and Internet offerings.”</a:t>
                </a:r>
              </a:p>
            </p:txBody>
          </p:sp>
        </p:grpSp>
      </p:grpSp>
      <p:sp>
        <p:nvSpPr>
          <p:cNvPr id="21" name="TextBox 20">
            <a:extLst>
              <a:ext uri="{FF2B5EF4-FFF2-40B4-BE49-F238E27FC236}">
                <a16:creationId xmlns:a16="http://schemas.microsoft.com/office/drawing/2014/main" id="{499C1B35-E973-7B5A-B857-9346A36E2E3E}"/>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spTree>
    <p:extLst>
      <p:ext uri="{BB962C8B-B14F-4D97-AF65-F5344CB8AC3E}">
        <p14:creationId xmlns:p14="http://schemas.microsoft.com/office/powerpoint/2010/main" val="155217205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464F9B-A5F1-3F61-63EE-A0002BCD4134}"/>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grpSp>
        <p:nvGrpSpPr>
          <p:cNvPr id="9" name="Group 8">
            <a:extLst>
              <a:ext uri="{FF2B5EF4-FFF2-40B4-BE49-F238E27FC236}">
                <a16:creationId xmlns:a16="http://schemas.microsoft.com/office/drawing/2014/main" id="{56EBFD0A-B398-B52C-DF52-B66F234FF88B}"/>
              </a:ext>
            </a:extLst>
          </p:cNvPr>
          <p:cNvGrpSpPr/>
          <p:nvPr/>
        </p:nvGrpSpPr>
        <p:grpSpPr>
          <a:xfrm>
            <a:off x="0" y="799150"/>
            <a:ext cx="12191999" cy="5656638"/>
            <a:chOff x="163738" y="799150"/>
            <a:chExt cx="12191999" cy="5656638"/>
          </a:xfrm>
        </p:grpSpPr>
        <p:grpSp>
          <p:nvGrpSpPr>
            <p:cNvPr id="8" name="Group 7">
              <a:extLst>
                <a:ext uri="{FF2B5EF4-FFF2-40B4-BE49-F238E27FC236}">
                  <a16:creationId xmlns:a16="http://schemas.microsoft.com/office/drawing/2014/main" id="{2150FE53-ECD5-6BC0-84CA-D0DB8B62DEAE}"/>
                </a:ext>
              </a:extLst>
            </p:cNvPr>
            <p:cNvGrpSpPr/>
            <p:nvPr/>
          </p:nvGrpSpPr>
          <p:grpSpPr>
            <a:xfrm>
              <a:off x="163738" y="799150"/>
              <a:ext cx="11864523" cy="5656638"/>
              <a:chOff x="163738" y="597636"/>
              <a:chExt cx="11864523" cy="5656638"/>
            </a:xfrm>
          </p:grpSpPr>
          <p:sp>
            <p:nvSpPr>
              <p:cNvPr id="3" name="TextBox 2">
                <a:extLst>
                  <a:ext uri="{FF2B5EF4-FFF2-40B4-BE49-F238E27FC236}">
                    <a16:creationId xmlns:a16="http://schemas.microsoft.com/office/drawing/2014/main" id="{C74477F0-BE1D-FD44-55F3-7A8B776B3A34}"/>
                  </a:ext>
                </a:extLst>
              </p:cNvPr>
              <p:cNvSpPr txBox="1"/>
              <p:nvPr/>
            </p:nvSpPr>
            <p:spPr>
              <a:xfrm>
                <a:off x="491214" y="597636"/>
                <a:ext cx="11537047" cy="523220"/>
              </a:xfrm>
              <a:prstGeom prst="rect">
                <a:avLst/>
              </a:prstGeom>
              <a:noFill/>
            </p:spPr>
            <p:txBody>
              <a:bodyPr wrap="square">
                <a:spAutoFit/>
              </a:bodyPr>
              <a:lstStyle/>
              <a:p>
                <a:r>
                  <a:rPr lang="en-IN" sz="2800" b="1" dirty="0">
                    <a:solidFill>
                      <a:schemeClr val="tx1">
                        <a:lumMod val="75000"/>
                        <a:lumOff val="25000"/>
                      </a:schemeClr>
                    </a:solidFill>
                    <a:latin typeface="Montserrat" panose="00000500000000000000" pitchFamily="2" charset="0"/>
                  </a:rPr>
                  <a:t>Why are they successful</a:t>
                </a:r>
              </a:p>
            </p:txBody>
          </p:sp>
          <p:sp>
            <p:nvSpPr>
              <p:cNvPr id="7" name="TextBox 6">
                <a:extLst>
                  <a:ext uri="{FF2B5EF4-FFF2-40B4-BE49-F238E27FC236}">
                    <a16:creationId xmlns:a16="http://schemas.microsoft.com/office/drawing/2014/main" id="{34692718-F146-9D5A-BF88-73AA4170E9DF}"/>
                  </a:ext>
                </a:extLst>
              </p:cNvPr>
              <p:cNvSpPr txBox="1"/>
              <p:nvPr/>
            </p:nvSpPr>
            <p:spPr>
              <a:xfrm>
                <a:off x="163738" y="1222832"/>
                <a:ext cx="5218176" cy="5031442"/>
              </a:xfrm>
              <a:prstGeom prst="rect">
                <a:avLst/>
              </a:prstGeom>
              <a:noFill/>
            </p:spPr>
            <p:txBody>
              <a:bodyPr wrap="square">
                <a:spAutoFit/>
              </a:bodyPr>
              <a:lstStyle/>
              <a:p>
                <a:pPr marL="0" marR="0" lvl="0" indent="0" algn="ctr" defTabSz="914400" rtl="0" eaLnBrk="0" fontAlgn="base" latinLnBrk="0" hangingPunct="0">
                  <a:lnSpc>
                    <a:spcPct val="150000"/>
                  </a:lnSpc>
                  <a:spcBef>
                    <a:spcPct val="0"/>
                  </a:spcBef>
                  <a:spcAft>
                    <a:spcPct val="0"/>
                  </a:spcAft>
                  <a:buClrTx/>
                  <a:buSzTx/>
                  <a:buFontTx/>
                  <a:buNone/>
                </a:pPr>
                <a:r>
                  <a:rPr lang="en-GB" dirty="0">
                    <a:latin typeface="Montserrat" pitchFamily="2" charset="77"/>
                  </a:rPr>
                  <a:t>The reason that apple is so successful is because when they invent or update one of their products, they make it while considering the wants of their customers </a:t>
                </a:r>
              </a:p>
              <a:p>
                <a:pPr marL="0" marR="0" lvl="0" indent="0" algn="ctr" defTabSz="914400" rtl="0" eaLnBrk="0" fontAlgn="base" latinLnBrk="0" hangingPunct="0">
                  <a:lnSpc>
                    <a:spcPct val="150000"/>
                  </a:lnSpc>
                  <a:spcBef>
                    <a:spcPct val="0"/>
                  </a:spcBef>
                  <a:spcAft>
                    <a:spcPct val="0"/>
                  </a:spcAft>
                  <a:buClrTx/>
                  <a:buSzTx/>
                  <a:buFontTx/>
                  <a:buNone/>
                </a:pPr>
                <a:r>
                  <a:rPr lang="en-GB" dirty="0">
                    <a:latin typeface="Montserrat" pitchFamily="2" charset="77"/>
                  </a:rPr>
                  <a:t> -&gt;Another reason is that the products that they produce might cost a little much but are very high quality and can do many, many things </a:t>
                </a:r>
                <a:br>
                  <a:rPr lang="en-GB" dirty="0">
                    <a:latin typeface="Montserrat" pitchFamily="2" charset="77"/>
                  </a:rPr>
                </a:br>
                <a:r>
                  <a:rPr lang="en-GB" dirty="0">
                    <a:latin typeface="Montserrat" pitchFamily="2" charset="77"/>
                  </a:rPr>
                  <a:t> -&gt;The last reason is that they don’t make an item and leave it, every year or so, they try to find some way to improve or update it</a:t>
                </a:r>
                <a:endParaRPr lang="en-US" altLang="en-US" dirty="0">
                  <a:latin typeface="Montserrat" pitchFamily="2" charset="77"/>
                </a:endParaRPr>
              </a:p>
            </p:txBody>
          </p:sp>
        </p:grpSp>
        <p:pic>
          <p:nvPicPr>
            <p:cNvPr id="10243" name="Picture 3" descr="apple: Apple's subscription plans may let users own an iPhone without  buying it. Here's how - The Economic Times">
              <a:extLst>
                <a:ext uri="{FF2B5EF4-FFF2-40B4-BE49-F238E27FC236}">
                  <a16:creationId xmlns:a16="http://schemas.microsoft.com/office/drawing/2014/main" id="{52B5CBC8-28D0-6424-BFC1-0434DB802341}"/>
                </a:ext>
              </a:extLst>
            </p:cNvPr>
            <p:cNvPicPr>
              <a:picLocks noChangeAspect="1" noChangeArrowheads="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auto">
            <a:xfrm>
              <a:off x="5642858" y="886758"/>
              <a:ext cx="6712879" cy="503466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756257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033BA3-A4B0-0E91-1A40-A0DB49DA12B3}"/>
              </a:ext>
            </a:extLst>
          </p:cNvPr>
          <p:cNvSpPr txBox="1"/>
          <p:nvPr/>
        </p:nvSpPr>
        <p:spPr>
          <a:xfrm>
            <a:off x="893662" y="421196"/>
            <a:ext cx="6096000" cy="261610"/>
          </a:xfrm>
          <a:prstGeom prst="rect">
            <a:avLst/>
          </a:prstGeom>
          <a:noFill/>
        </p:spPr>
        <p:txBody>
          <a:bodyPr wrap="square">
            <a:spAutoFit/>
          </a:bodyPr>
          <a:lstStyle/>
          <a:p>
            <a:r>
              <a:rPr lang="en-IN" sz="1050">
                <a:solidFill>
                  <a:schemeClr val="tx1">
                    <a:lumMod val="85000"/>
                    <a:lumOff val="15000"/>
                  </a:schemeClr>
                </a:solidFill>
                <a:latin typeface="Montserrat" panose="00000500000000000000" pitchFamily="2" charset="0"/>
              </a:rPr>
              <a:t>The Apple Inc</a:t>
            </a:r>
          </a:p>
        </p:txBody>
      </p:sp>
      <p:grpSp>
        <p:nvGrpSpPr>
          <p:cNvPr id="12" name="Group 11">
            <a:extLst>
              <a:ext uri="{FF2B5EF4-FFF2-40B4-BE49-F238E27FC236}">
                <a16:creationId xmlns:a16="http://schemas.microsoft.com/office/drawing/2014/main" id="{61E2B5DE-CED8-7336-6A8F-D6841B3170CF}"/>
              </a:ext>
            </a:extLst>
          </p:cNvPr>
          <p:cNvGrpSpPr/>
          <p:nvPr/>
        </p:nvGrpSpPr>
        <p:grpSpPr>
          <a:xfrm>
            <a:off x="90587" y="1186692"/>
            <a:ext cx="11672661" cy="1534562"/>
            <a:chOff x="163739" y="1632272"/>
            <a:chExt cx="11672661" cy="1534562"/>
          </a:xfrm>
        </p:grpSpPr>
        <p:sp>
          <p:nvSpPr>
            <p:cNvPr id="7" name="TextBox 6">
              <a:extLst>
                <a:ext uri="{FF2B5EF4-FFF2-40B4-BE49-F238E27FC236}">
                  <a16:creationId xmlns:a16="http://schemas.microsoft.com/office/drawing/2014/main" id="{09345A29-FB0F-D97F-0D0A-AE5D52FA5C50}"/>
                </a:ext>
              </a:extLst>
            </p:cNvPr>
            <p:cNvSpPr txBox="1"/>
            <p:nvPr/>
          </p:nvSpPr>
          <p:spPr>
            <a:xfrm>
              <a:off x="163739" y="1632272"/>
              <a:ext cx="11537047" cy="523220"/>
            </a:xfrm>
            <a:prstGeom prst="rect">
              <a:avLst/>
            </a:prstGeom>
            <a:noFill/>
          </p:spPr>
          <p:txBody>
            <a:bodyPr wrap="square">
              <a:spAutoFit/>
            </a:bodyPr>
            <a:lstStyle/>
            <a:p>
              <a:pPr algn="ctr"/>
              <a:r>
                <a:rPr lang="en-US" sz="2800" b="1" dirty="0">
                  <a:solidFill>
                    <a:schemeClr val="tx1">
                      <a:lumMod val="75000"/>
                      <a:lumOff val="25000"/>
                    </a:schemeClr>
                  </a:solidFill>
                  <a:latin typeface="Montserrat" panose="00000500000000000000" pitchFamily="2" charset="0"/>
                </a:rPr>
                <a:t>Conclusion</a:t>
              </a:r>
              <a:endParaRPr lang="en-IN" sz="2800" b="1" dirty="0">
                <a:solidFill>
                  <a:schemeClr val="tx1">
                    <a:lumMod val="75000"/>
                    <a:lumOff val="25000"/>
                  </a:schemeClr>
                </a:solidFill>
                <a:latin typeface="Montserrat" panose="00000500000000000000" pitchFamily="2" charset="0"/>
              </a:endParaRPr>
            </a:p>
          </p:txBody>
        </p:sp>
        <p:sp>
          <p:nvSpPr>
            <p:cNvPr id="9" name="TextBox 8">
              <a:extLst>
                <a:ext uri="{FF2B5EF4-FFF2-40B4-BE49-F238E27FC236}">
                  <a16:creationId xmlns:a16="http://schemas.microsoft.com/office/drawing/2014/main" id="{0D4108C4-9127-1B2E-96D0-AAF70959F034}"/>
                </a:ext>
              </a:extLst>
            </p:cNvPr>
            <p:cNvSpPr txBox="1"/>
            <p:nvPr/>
          </p:nvSpPr>
          <p:spPr>
            <a:xfrm>
              <a:off x="163739" y="2458948"/>
              <a:ext cx="11672661" cy="707886"/>
            </a:xfrm>
            <a:prstGeom prst="rect">
              <a:avLst/>
            </a:prstGeom>
            <a:noFill/>
          </p:spPr>
          <p:txBody>
            <a:bodyPr wrap="square">
              <a:spAutoFit/>
            </a:bodyPr>
            <a:lstStyle/>
            <a:p>
              <a:pPr algn="l" fontAlgn="base"/>
              <a:r>
                <a:rPr lang="en-GB" sz="2000" b="0" i="0" dirty="0">
                  <a:solidFill>
                    <a:srgbClr val="000000"/>
                  </a:solidFill>
                  <a:effectLst/>
                  <a:latin typeface="Montserrat" pitchFamily="2" charset="77"/>
                </a:rPr>
                <a:t>For 35 years, Apple has been a trend-setter company able to foresee the future. Because their strength is the innovation and </a:t>
              </a:r>
              <a:r>
                <a:rPr lang="en-GB" sz="2000" b="0" i="0">
                  <a:solidFill>
                    <a:srgbClr val="000000"/>
                  </a:solidFill>
                  <a:effectLst/>
                  <a:latin typeface="Montserrat" pitchFamily="2" charset="77"/>
                </a:rPr>
                <a:t>they know </a:t>
              </a:r>
              <a:r>
                <a:rPr lang="en-GB" sz="2000" b="0" i="0" dirty="0">
                  <a:solidFill>
                    <a:srgbClr val="000000"/>
                  </a:solidFill>
                  <a:effectLst/>
                  <a:latin typeface="Montserrat" pitchFamily="2" charset="77"/>
                </a:rPr>
                <a:t>how to „think different‟.</a:t>
              </a:r>
            </a:p>
          </p:txBody>
        </p:sp>
      </p:grpSp>
      <p:pic>
        <p:nvPicPr>
          <p:cNvPr id="1026" name="Picture 2">
            <a:extLst>
              <a:ext uri="{FF2B5EF4-FFF2-40B4-BE49-F238E27FC236}">
                <a16:creationId xmlns:a16="http://schemas.microsoft.com/office/drawing/2014/main" id="{A851287F-FF07-0D48-4BB5-4D5C2D55F6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5142" y="3081649"/>
            <a:ext cx="7121715" cy="3776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999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531C82-C226-C6A5-8384-48327029B3C2}"/>
              </a:ext>
            </a:extLst>
          </p:cNvPr>
          <p:cNvSpPr txBox="1"/>
          <p:nvPr/>
        </p:nvSpPr>
        <p:spPr>
          <a:xfrm>
            <a:off x="893662" y="421196"/>
            <a:ext cx="6096000" cy="261610"/>
          </a:xfrm>
          <a:prstGeom prst="rect">
            <a:avLst/>
          </a:prstGeom>
          <a:noFill/>
        </p:spPr>
        <p:txBody>
          <a:bodyPr wrap="square">
            <a:spAutoFit/>
          </a:bodyPr>
          <a:lstStyle/>
          <a:p>
            <a:r>
              <a:rPr lang="en-IN" sz="1050">
                <a:solidFill>
                  <a:schemeClr val="bg1"/>
                </a:solidFill>
                <a:latin typeface="Montserrat" panose="00000500000000000000" pitchFamily="2" charset="0"/>
              </a:rPr>
              <a:t>The Apple Inc</a:t>
            </a:r>
          </a:p>
        </p:txBody>
      </p:sp>
      <p:pic>
        <p:nvPicPr>
          <p:cNvPr id="3" name="Graphic 2">
            <a:extLst>
              <a:ext uri="{FF2B5EF4-FFF2-40B4-BE49-F238E27FC236}">
                <a16:creationId xmlns:a16="http://schemas.microsoft.com/office/drawing/2014/main" id="{06AD6C10-AC4C-A849-4D64-B7E4B2CB7986}"/>
              </a:ext>
            </a:extLst>
          </p:cNvPr>
          <p:cNvPicPr>
            <a:picLocks noChangeAspect="1"/>
          </p:cNvPicPr>
          <p:nvPr/>
        </p:nvPicPr>
        <p:blipFill>
          <a:blip r:embed="rId2">
            <a:duotone>
              <a:prstClr val="black"/>
              <a:schemeClr val="tx2">
                <a:tint val="45000"/>
                <a:satMod val="400000"/>
              </a:schemeClr>
            </a:duotone>
          </a:blip>
          <a:srcRect t="15662" r="18707" b="27368"/>
          <a:stretch>
            <a:fillRect/>
          </a:stretch>
        </p:blipFill>
        <p:spPr>
          <a:xfrm>
            <a:off x="2946073" y="376590"/>
            <a:ext cx="8924572" cy="6858000"/>
          </a:xfrm>
          <a:custGeom>
            <a:avLst/>
            <a:gdLst>
              <a:gd name="connsiteX0" fmla="*/ 0 w 10978285"/>
              <a:gd name="connsiteY0" fmla="*/ 0 h 12037714"/>
              <a:gd name="connsiteX1" fmla="*/ 10978286 w 10978285"/>
              <a:gd name="connsiteY1" fmla="*/ 0 h 12037714"/>
              <a:gd name="connsiteX2" fmla="*/ 10978286 w 10978285"/>
              <a:gd name="connsiteY2" fmla="*/ 12037715 h 12037714"/>
              <a:gd name="connsiteX3" fmla="*/ 0 w 10978285"/>
              <a:gd name="connsiteY3" fmla="*/ 12037715 h 12037714"/>
            </a:gdLst>
            <a:ahLst/>
            <a:cxnLst>
              <a:cxn ang="0">
                <a:pos x="connsiteX0" y="connsiteY0"/>
              </a:cxn>
              <a:cxn ang="0">
                <a:pos x="connsiteX1" y="connsiteY1"/>
              </a:cxn>
              <a:cxn ang="0">
                <a:pos x="connsiteX2" y="connsiteY2"/>
              </a:cxn>
              <a:cxn ang="0">
                <a:pos x="connsiteX3" y="connsiteY3"/>
              </a:cxn>
            </a:cxnLst>
            <a:rect l="l" t="t" r="r" b="b"/>
            <a:pathLst>
              <a:path w="10978285" h="12037714">
                <a:moveTo>
                  <a:pt x="0" y="0"/>
                </a:moveTo>
                <a:lnTo>
                  <a:pt x="10978286" y="0"/>
                </a:lnTo>
                <a:lnTo>
                  <a:pt x="10978286" y="12037715"/>
                </a:lnTo>
                <a:lnTo>
                  <a:pt x="0" y="12037715"/>
                </a:lnTo>
                <a:close/>
              </a:path>
            </a:pathLst>
          </a:custGeom>
        </p:spPr>
      </p:pic>
      <p:grpSp>
        <p:nvGrpSpPr>
          <p:cNvPr id="12" name="Group 11">
            <a:extLst>
              <a:ext uri="{FF2B5EF4-FFF2-40B4-BE49-F238E27FC236}">
                <a16:creationId xmlns:a16="http://schemas.microsoft.com/office/drawing/2014/main" id="{48DE9945-45A5-8128-0157-69886B9A918C}"/>
              </a:ext>
            </a:extLst>
          </p:cNvPr>
          <p:cNvGrpSpPr/>
          <p:nvPr/>
        </p:nvGrpSpPr>
        <p:grpSpPr>
          <a:xfrm>
            <a:off x="-2963446" y="785784"/>
            <a:ext cx="14704342" cy="5316986"/>
            <a:chOff x="438150" y="770507"/>
            <a:chExt cx="11315700" cy="5316986"/>
          </a:xfrm>
        </p:grpSpPr>
        <p:pic>
          <p:nvPicPr>
            <p:cNvPr id="23" name="Picture 22" descr="Close-up of hands shaking&#10;&#10;Description automatically generated">
              <a:extLst>
                <a:ext uri="{FF2B5EF4-FFF2-40B4-BE49-F238E27FC236}">
                  <a16:creationId xmlns:a16="http://schemas.microsoft.com/office/drawing/2014/main" id="{9C57A62A-1340-2CA6-F18B-F589C200FDF9}"/>
                </a:ext>
              </a:extLst>
            </p:cNvPr>
            <p:cNvPicPr>
              <a:picLocks noChangeAspect="1"/>
            </p:cNvPicPr>
            <p:nvPr/>
          </p:nvPicPr>
          <p:blipFill>
            <a:blip r:embed="rId3">
              <a:duotone>
                <a:prstClr val="black"/>
                <a:schemeClr val="tx2">
                  <a:tint val="45000"/>
                  <a:satMod val="400000"/>
                </a:schemeClr>
              </a:duotone>
              <a:extLst>
                <a:ext uri="{28A0092B-C50C-407E-A947-70E740481C1C}">
                  <a14:useLocalDpi xmlns:a14="http://schemas.microsoft.com/office/drawing/2010/main" val="0"/>
                </a:ext>
              </a:extLst>
            </a:blip>
            <a:srcRect l="21763" t="6630" r="20304" b="2801"/>
            <a:stretch>
              <a:fillRect/>
            </a:stretch>
          </p:blipFill>
          <p:spPr>
            <a:xfrm>
              <a:off x="6654800" y="770507"/>
              <a:ext cx="5099050" cy="5316986"/>
            </a:xfrm>
            <a:custGeom>
              <a:avLst/>
              <a:gdLst>
                <a:gd name="connsiteX0" fmla="*/ 1130323 w 5518150"/>
                <a:gd name="connsiteY0" fmla="*/ 0 h 5753998"/>
                <a:gd name="connsiteX1" fmla="*/ 5518150 w 5518150"/>
                <a:gd name="connsiteY1" fmla="*/ 0 h 5753998"/>
                <a:gd name="connsiteX2" fmla="*/ 5518150 w 5518150"/>
                <a:gd name="connsiteY2" fmla="*/ 5753998 h 5753998"/>
                <a:gd name="connsiteX3" fmla="*/ 5177 w 5518150"/>
                <a:gd name="connsiteY3" fmla="*/ 5753998 h 5753998"/>
                <a:gd name="connsiteX4" fmla="*/ 0 w 5518150"/>
                <a:gd name="connsiteY4" fmla="*/ 5651477 h 5753998"/>
                <a:gd name="connsiteX5" fmla="*/ 0 w 5518150"/>
                <a:gd name="connsiteY5" fmla="*/ 1130323 h 5753998"/>
                <a:gd name="connsiteX6" fmla="*/ 1130323 w 5518150"/>
                <a:gd name="connsiteY6" fmla="*/ 0 h 575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18150" h="5753998">
                  <a:moveTo>
                    <a:pt x="1130323" y="0"/>
                  </a:moveTo>
                  <a:lnTo>
                    <a:pt x="5518150" y="0"/>
                  </a:lnTo>
                  <a:lnTo>
                    <a:pt x="5518150" y="5753998"/>
                  </a:lnTo>
                  <a:lnTo>
                    <a:pt x="5177" y="5753998"/>
                  </a:lnTo>
                  <a:lnTo>
                    <a:pt x="0" y="5651477"/>
                  </a:lnTo>
                  <a:lnTo>
                    <a:pt x="0" y="1130323"/>
                  </a:lnTo>
                  <a:cubicBezTo>
                    <a:pt x="0" y="506063"/>
                    <a:pt x="506063" y="0"/>
                    <a:pt x="1130323" y="0"/>
                  </a:cubicBezTo>
                  <a:close/>
                </a:path>
              </a:pathLst>
            </a:custGeom>
          </p:spPr>
        </p:pic>
        <p:grpSp>
          <p:nvGrpSpPr>
            <p:cNvPr id="11" name="Group 10">
              <a:extLst>
                <a:ext uri="{FF2B5EF4-FFF2-40B4-BE49-F238E27FC236}">
                  <a16:creationId xmlns:a16="http://schemas.microsoft.com/office/drawing/2014/main" id="{0A7B474A-F411-8722-AD70-514C567E9223}"/>
                </a:ext>
              </a:extLst>
            </p:cNvPr>
            <p:cNvGrpSpPr/>
            <p:nvPr/>
          </p:nvGrpSpPr>
          <p:grpSpPr>
            <a:xfrm>
              <a:off x="438150" y="1478782"/>
              <a:ext cx="8870950" cy="3373369"/>
              <a:chOff x="438150" y="1787125"/>
              <a:chExt cx="8870950" cy="3373369"/>
            </a:xfrm>
          </p:grpSpPr>
          <p:sp>
            <p:nvSpPr>
              <p:cNvPr id="24" name="TextBox 23">
                <a:extLst>
                  <a:ext uri="{FF2B5EF4-FFF2-40B4-BE49-F238E27FC236}">
                    <a16:creationId xmlns:a16="http://schemas.microsoft.com/office/drawing/2014/main" id="{4D0E3604-7FE1-A281-9CF7-877D7CAC8DC6}"/>
                  </a:ext>
                </a:extLst>
              </p:cNvPr>
              <p:cNvSpPr txBox="1"/>
              <p:nvPr/>
            </p:nvSpPr>
            <p:spPr>
              <a:xfrm>
                <a:off x="3124200" y="1787125"/>
                <a:ext cx="6184900" cy="923330"/>
              </a:xfrm>
              <a:prstGeom prst="rect">
                <a:avLst/>
              </a:prstGeom>
              <a:noFill/>
            </p:spPr>
            <p:txBody>
              <a:bodyPr wrap="square">
                <a:spAutoFit/>
              </a:bodyPr>
              <a:lstStyle/>
              <a:p>
                <a:r>
                  <a:rPr lang="en-US" sz="5400" b="1" dirty="0">
                    <a:solidFill>
                      <a:schemeClr val="bg1"/>
                    </a:solidFill>
                    <a:latin typeface="Montserrat" panose="00000500000000000000" pitchFamily="2" charset="0"/>
                    <a:cs typeface="TH SarabunPSK" panose="020B0502040204020203" pitchFamily="34" charset="-34"/>
                  </a:rPr>
                  <a:t>Thank You</a:t>
                </a:r>
                <a:endParaRPr lang="en-IN" sz="5400" b="1" dirty="0">
                  <a:solidFill>
                    <a:schemeClr val="bg1"/>
                  </a:solidFill>
                  <a:latin typeface="Montserrat" pitchFamily="2" charset="77"/>
                  <a:cs typeface="TH SarabunPSK" panose="020B0500040200020003" pitchFamily="34" charset="-34"/>
                </a:endParaRPr>
              </a:p>
            </p:txBody>
          </p:sp>
          <p:sp>
            <p:nvSpPr>
              <p:cNvPr id="4" name="TextBox 3">
                <a:extLst>
                  <a:ext uri="{FF2B5EF4-FFF2-40B4-BE49-F238E27FC236}">
                    <a16:creationId xmlns:a16="http://schemas.microsoft.com/office/drawing/2014/main" id="{FAC0C5C8-A436-B111-72B3-015ADD0D025B}"/>
                  </a:ext>
                </a:extLst>
              </p:cNvPr>
              <p:cNvSpPr txBox="1"/>
              <p:nvPr/>
            </p:nvSpPr>
            <p:spPr>
              <a:xfrm>
                <a:off x="438150" y="3237522"/>
                <a:ext cx="5065050" cy="400110"/>
              </a:xfrm>
              <a:prstGeom prst="rect">
                <a:avLst/>
              </a:prstGeom>
              <a:noFill/>
            </p:spPr>
            <p:txBody>
              <a:bodyPr wrap="square">
                <a:spAutoFit/>
              </a:bodyPr>
              <a:lstStyle/>
              <a:p>
                <a:endParaRPr lang="en-IN" sz="2000" b="1" dirty="0">
                  <a:solidFill>
                    <a:schemeClr val="bg1">
                      <a:lumMod val="95000"/>
                    </a:schemeClr>
                  </a:solidFill>
                  <a:latin typeface="Montserrat" pitchFamily="2" charset="77"/>
                </a:endParaRPr>
              </a:p>
            </p:txBody>
          </p:sp>
          <p:sp>
            <p:nvSpPr>
              <p:cNvPr id="5" name="TextBox 4">
                <a:extLst>
                  <a:ext uri="{FF2B5EF4-FFF2-40B4-BE49-F238E27FC236}">
                    <a16:creationId xmlns:a16="http://schemas.microsoft.com/office/drawing/2014/main" id="{521C579C-8276-118B-6B1E-122D57FFA92E}"/>
                  </a:ext>
                </a:extLst>
              </p:cNvPr>
              <p:cNvSpPr txBox="1"/>
              <p:nvPr/>
            </p:nvSpPr>
            <p:spPr>
              <a:xfrm>
                <a:off x="438150" y="3637632"/>
                <a:ext cx="4563619" cy="461024"/>
              </a:xfrm>
              <a:prstGeom prst="rect">
                <a:avLst/>
              </a:prstGeom>
              <a:noFill/>
            </p:spPr>
            <p:txBody>
              <a:bodyPr wrap="square">
                <a:spAutoFit/>
              </a:bodyPr>
              <a:lstStyle/>
              <a:p>
                <a:pPr>
                  <a:lnSpc>
                    <a:spcPct val="150000"/>
                  </a:lnSpc>
                </a:pPr>
                <a:endParaRPr lang="en-IN" sz="1800" dirty="0">
                  <a:solidFill>
                    <a:schemeClr val="bg1">
                      <a:lumMod val="95000"/>
                    </a:schemeClr>
                  </a:solidFill>
                  <a:latin typeface="Montserrat" panose="00000500000000000000" pitchFamily="2" charset="0"/>
                </a:endParaRPr>
              </a:p>
            </p:txBody>
          </p:sp>
          <p:grpSp>
            <p:nvGrpSpPr>
              <p:cNvPr id="10" name="Group 9">
                <a:extLst>
                  <a:ext uri="{FF2B5EF4-FFF2-40B4-BE49-F238E27FC236}">
                    <a16:creationId xmlns:a16="http://schemas.microsoft.com/office/drawing/2014/main" id="{E204332C-4202-31F9-D7A6-1C52ED352469}"/>
                  </a:ext>
                </a:extLst>
              </p:cNvPr>
              <p:cNvGrpSpPr/>
              <p:nvPr/>
            </p:nvGrpSpPr>
            <p:grpSpPr>
              <a:xfrm>
                <a:off x="438150" y="4756548"/>
                <a:ext cx="2005570" cy="403946"/>
                <a:chOff x="1237584" y="4756548"/>
                <a:chExt cx="2005570" cy="403946"/>
              </a:xfrm>
            </p:grpSpPr>
            <p:sp>
              <p:nvSpPr>
                <p:cNvPr id="6" name="Freeform: Shape 5">
                  <a:extLst>
                    <a:ext uri="{FF2B5EF4-FFF2-40B4-BE49-F238E27FC236}">
                      <a16:creationId xmlns:a16="http://schemas.microsoft.com/office/drawing/2014/main" id="{D9F4613B-FC35-80D6-0B46-931E44FE05C0}"/>
                    </a:ext>
                  </a:extLst>
                </p:cNvPr>
                <p:cNvSpPr/>
                <p:nvPr/>
              </p:nvSpPr>
              <p:spPr>
                <a:xfrm>
                  <a:off x="2839209" y="4756548"/>
                  <a:ext cx="403945" cy="403946"/>
                </a:xfrm>
                <a:custGeom>
                  <a:avLst/>
                  <a:gdLst>
                    <a:gd name="connsiteX0" fmla="*/ 154766 w 308572"/>
                    <a:gd name="connsiteY0" fmla="*/ 1 h 308573"/>
                    <a:gd name="connsiteX1" fmla="*/ 1 w 308572"/>
                    <a:gd name="connsiteY1" fmla="*/ 153806 h 308573"/>
                    <a:gd name="connsiteX2" fmla="*/ 153807 w 308572"/>
                    <a:gd name="connsiteY2" fmla="*/ 308572 h 308573"/>
                    <a:gd name="connsiteX3" fmla="*/ 308572 w 308572"/>
                    <a:gd name="connsiteY3" fmla="*/ 154767 h 308573"/>
                    <a:gd name="connsiteX4" fmla="*/ 308572 w 308572"/>
                    <a:gd name="connsiteY4" fmla="*/ 154287 h 308573"/>
                    <a:gd name="connsiteX5" fmla="*/ 154766 w 308572"/>
                    <a:gd name="connsiteY5" fmla="*/ 1 h 308573"/>
                    <a:gd name="connsiteX6" fmla="*/ 154766 w 308572"/>
                    <a:gd name="connsiteY6" fmla="*/ 1 h 308573"/>
                    <a:gd name="connsiteX7" fmla="*/ 248881 w 308572"/>
                    <a:gd name="connsiteY7" fmla="*/ 94972 h 308573"/>
                    <a:gd name="connsiteX8" fmla="*/ 247955 w 308572"/>
                    <a:gd name="connsiteY8" fmla="*/ 97989 h 308573"/>
                    <a:gd name="connsiteX9" fmla="*/ 232869 w 308572"/>
                    <a:gd name="connsiteY9" fmla="*/ 113795 h 308573"/>
                    <a:gd name="connsiteX10" fmla="*/ 230538 w 308572"/>
                    <a:gd name="connsiteY10" fmla="*/ 116366 h 308573"/>
                    <a:gd name="connsiteX11" fmla="*/ 199749 w 308572"/>
                    <a:gd name="connsiteY11" fmla="*/ 201875 h 308573"/>
                    <a:gd name="connsiteX12" fmla="*/ 88389 w 308572"/>
                    <a:gd name="connsiteY12" fmla="*/ 227967 h 308573"/>
                    <a:gd name="connsiteX13" fmla="*/ 66858 w 308572"/>
                    <a:gd name="connsiteY13" fmla="*/ 219326 h 308573"/>
                    <a:gd name="connsiteX14" fmla="*/ 60138 w 308572"/>
                    <a:gd name="connsiteY14" fmla="*/ 215350 h 308573"/>
                    <a:gd name="connsiteX15" fmla="*/ 59658 w 308572"/>
                    <a:gd name="connsiteY15" fmla="*/ 214184 h 308573"/>
                    <a:gd name="connsiteX16" fmla="*/ 62229 w 308572"/>
                    <a:gd name="connsiteY16" fmla="*/ 214184 h 308573"/>
                    <a:gd name="connsiteX17" fmla="*/ 94424 w 308572"/>
                    <a:gd name="connsiteY17" fmla="*/ 210035 h 308573"/>
                    <a:gd name="connsiteX18" fmla="*/ 115646 w 308572"/>
                    <a:gd name="connsiteY18" fmla="*/ 198789 h 308573"/>
                    <a:gd name="connsiteX19" fmla="*/ 115887 w 308572"/>
                    <a:gd name="connsiteY19" fmla="*/ 198515 h 308573"/>
                    <a:gd name="connsiteX20" fmla="*/ 111670 w 308572"/>
                    <a:gd name="connsiteY20" fmla="*/ 197932 h 308573"/>
                    <a:gd name="connsiteX21" fmla="*/ 80607 w 308572"/>
                    <a:gd name="connsiteY21" fmla="*/ 171841 h 308573"/>
                    <a:gd name="connsiteX22" fmla="*/ 81670 w 308572"/>
                    <a:gd name="connsiteY22" fmla="*/ 170469 h 308573"/>
                    <a:gd name="connsiteX23" fmla="*/ 96446 w 308572"/>
                    <a:gd name="connsiteY23" fmla="*/ 170024 h 308573"/>
                    <a:gd name="connsiteX24" fmla="*/ 91441 w 308572"/>
                    <a:gd name="connsiteY24" fmla="*/ 168481 h 308573"/>
                    <a:gd name="connsiteX25" fmla="*/ 66755 w 308572"/>
                    <a:gd name="connsiteY25" fmla="*/ 136458 h 308573"/>
                    <a:gd name="connsiteX26" fmla="*/ 66515 w 308572"/>
                    <a:gd name="connsiteY26" fmla="*/ 131967 h 308573"/>
                    <a:gd name="connsiteX27" fmla="*/ 67990 w 308572"/>
                    <a:gd name="connsiteY27" fmla="*/ 131178 h 308573"/>
                    <a:gd name="connsiteX28" fmla="*/ 83041 w 308572"/>
                    <a:gd name="connsiteY28" fmla="*/ 135429 h 308573"/>
                    <a:gd name="connsiteX29" fmla="*/ 78241 w 308572"/>
                    <a:gd name="connsiteY29" fmla="*/ 131178 h 308573"/>
                    <a:gd name="connsiteX30" fmla="*/ 71487 w 308572"/>
                    <a:gd name="connsiteY30" fmla="*/ 84241 h 308573"/>
                    <a:gd name="connsiteX31" fmla="*/ 73646 w 308572"/>
                    <a:gd name="connsiteY31" fmla="*/ 84172 h 308573"/>
                    <a:gd name="connsiteX32" fmla="*/ 151749 w 308572"/>
                    <a:gd name="connsiteY32" fmla="*/ 124047 h 308573"/>
                    <a:gd name="connsiteX33" fmla="*/ 152538 w 308572"/>
                    <a:gd name="connsiteY33" fmla="*/ 123121 h 308573"/>
                    <a:gd name="connsiteX34" fmla="*/ 152950 w 308572"/>
                    <a:gd name="connsiteY34" fmla="*/ 106732 h 308573"/>
                    <a:gd name="connsiteX35" fmla="*/ 160664 w 308572"/>
                    <a:gd name="connsiteY35" fmla="*/ 91235 h 308573"/>
                    <a:gd name="connsiteX36" fmla="*/ 173589 w 308572"/>
                    <a:gd name="connsiteY36" fmla="*/ 80641 h 308573"/>
                    <a:gd name="connsiteX37" fmla="*/ 188332 w 308572"/>
                    <a:gd name="connsiteY37" fmla="*/ 76252 h 308573"/>
                    <a:gd name="connsiteX38" fmla="*/ 188366 w 308572"/>
                    <a:gd name="connsiteY38" fmla="*/ 76252 h 308573"/>
                    <a:gd name="connsiteX39" fmla="*/ 189601 w 308572"/>
                    <a:gd name="connsiteY39" fmla="*/ 76115 h 308573"/>
                    <a:gd name="connsiteX40" fmla="*/ 206504 w 308572"/>
                    <a:gd name="connsiteY40" fmla="*/ 78824 h 308573"/>
                    <a:gd name="connsiteX41" fmla="*/ 217509 w 308572"/>
                    <a:gd name="connsiteY41" fmla="*/ 85612 h 308573"/>
                    <a:gd name="connsiteX42" fmla="*/ 219498 w 308572"/>
                    <a:gd name="connsiteY42" fmla="*/ 87635 h 308573"/>
                    <a:gd name="connsiteX43" fmla="*/ 221075 w 308572"/>
                    <a:gd name="connsiteY43" fmla="*/ 88047 h 308573"/>
                    <a:gd name="connsiteX44" fmla="*/ 243807 w 308572"/>
                    <a:gd name="connsiteY44" fmla="*/ 79338 h 308573"/>
                    <a:gd name="connsiteX45" fmla="*/ 244800 w 308572"/>
                    <a:gd name="connsiteY45" fmla="*/ 79235 h 308573"/>
                    <a:gd name="connsiteX46" fmla="*/ 244835 w 308572"/>
                    <a:gd name="connsiteY46" fmla="*/ 80264 h 308573"/>
                    <a:gd name="connsiteX47" fmla="*/ 238492 w 308572"/>
                    <a:gd name="connsiteY47" fmla="*/ 91887 h 308573"/>
                    <a:gd name="connsiteX48" fmla="*/ 229030 w 308572"/>
                    <a:gd name="connsiteY48" fmla="*/ 100287 h 308573"/>
                    <a:gd name="connsiteX49" fmla="*/ 248160 w 308572"/>
                    <a:gd name="connsiteY49" fmla="*/ 94801 h 308573"/>
                    <a:gd name="connsiteX50" fmla="*/ 248881 w 308572"/>
                    <a:gd name="connsiteY50" fmla="*/ 94801 h 308573"/>
                    <a:gd name="connsiteX51" fmla="*/ 248881 w 308572"/>
                    <a:gd name="connsiteY51" fmla="*/ 94972 h 30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08572" h="308573">
                      <a:moveTo>
                        <a:pt x="154766" y="1"/>
                      </a:moveTo>
                      <a:cubicBezTo>
                        <a:pt x="69567" y="-273"/>
                        <a:pt x="275" y="68607"/>
                        <a:pt x="1" y="153806"/>
                      </a:cubicBezTo>
                      <a:cubicBezTo>
                        <a:pt x="-274" y="239006"/>
                        <a:pt x="68607" y="308298"/>
                        <a:pt x="153807" y="308572"/>
                      </a:cubicBezTo>
                      <a:cubicBezTo>
                        <a:pt x="239006" y="308846"/>
                        <a:pt x="308298" y="239967"/>
                        <a:pt x="308572" y="154767"/>
                      </a:cubicBezTo>
                      <a:cubicBezTo>
                        <a:pt x="308572" y="154595"/>
                        <a:pt x="308572" y="154458"/>
                        <a:pt x="308572" y="154287"/>
                      </a:cubicBezTo>
                      <a:cubicBezTo>
                        <a:pt x="308710" y="69223"/>
                        <a:pt x="239864" y="138"/>
                        <a:pt x="154766" y="1"/>
                      </a:cubicBezTo>
                      <a:cubicBezTo>
                        <a:pt x="154766" y="1"/>
                        <a:pt x="154766" y="1"/>
                        <a:pt x="154766" y="1"/>
                      </a:cubicBezTo>
                      <a:close/>
                      <a:moveTo>
                        <a:pt x="248881" y="94972"/>
                      </a:moveTo>
                      <a:cubicBezTo>
                        <a:pt x="248950" y="96069"/>
                        <a:pt x="248607" y="97132"/>
                        <a:pt x="247955" y="97989"/>
                      </a:cubicBezTo>
                      <a:cubicBezTo>
                        <a:pt x="243704" y="103955"/>
                        <a:pt x="238630" y="109269"/>
                        <a:pt x="232869" y="113795"/>
                      </a:cubicBezTo>
                      <a:cubicBezTo>
                        <a:pt x="231738" y="114275"/>
                        <a:pt x="230915" y="115201"/>
                        <a:pt x="230538" y="116366"/>
                      </a:cubicBezTo>
                      <a:cubicBezTo>
                        <a:pt x="230538" y="147738"/>
                        <a:pt x="222549" y="179109"/>
                        <a:pt x="199749" y="201875"/>
                      </a:cubicBezTo>
                      <a:cubicBezTo>
                        <a:pt x="170675" y="230812"/>
                        <a:pt x="127098" y="238698"/>
                        <a:pt x="88389" y="227967"/>
                      </a:cubicBezTo>
                      <a:cubicBezTo>
                        <a:pt x="80915" y="225909"/>
                        <a:pt x="73681" y="222995"/>
                        <a:pt x="66858" y="219326"/>
                      </a:cubicBezTo>
                      <a:cubicBezTo>
                        <a:pt x="64561" y="218092"/>
                        <a:pt x="62332" y="216789"/>
                        <a:pt x="60138" y="215350"/>
                      </a:cubicBezTo>
                      <a:cubicBezTo>
                        <a:pt x="59589" y="214904"/>
                        <a:pt x="59178" y="214492"/>
                        <a:pt x="59658" y="214184"/>
                      </a:cubicBezTo>
                      <a:cubicBezTo>
                        <a:pt x="60480" y="213909"/>
                        <a:pt x="61406" y="213909"/>
                        <a:pt x="62229" y="214184"/>
                      </a:cubicBezTo>
                      <a:cubicBezTo>
                        <a:pt x="73133" y="215144"/>
                        <a:pt x="84104" y="213738"/>
                        <a:pt x="94424" y="210035"/>
                      </a:cubicBezTo>
                      <a:cubicBezTo>
                        <a:pt x="100046" y="208081"/>
                        <a:pt x="112149" y="204104"/>
                        <a:pt x="115646" y="198789"/>
                      </a:cubicBezTo>
                      <a:cubicBezTo>
                        <a:pt x="115715" y="198652"/>
                        <a:pt x="115818" y="198652"/>
                        <a:pt x="115887" y="198515"/>
                      </a:cubicBezTo>
                      <a:cubicBezTo>
                        <a:pt x="114480" y="198207"/>
                        <a:pt x="113075" y="198207"/>
                        <a:pt x="111670" y="197932"/>
                      </a:cubicBezTo>
                      <a:cubicBezTo>
                        <a:pt x="101144" y="194915"/>
                        <a:pt x="87121" y="189635"/>
                        <a:pt x="80607" y="171841"/>
                      </a:cubicBezTo>
                      <a:cubicBezTo>
                        <a:pt x="80195" y="170812"/>
                        <a:pt x="80607" y="170264"/>
                        <a:pt x="81670" y="170469"/>
                      </a:cubicBezTo>
                      <a:cubicBezTo>
                        <a:pt x="86572" y="171155"/>
                        <a:pt x="91578" y="170984"/>
                        <a:pt x="96446" y="170024"/>
                      </a:cubicBezTo>
                      <a:cubicBezTo>
                        <a:pt x="94732" y="169715"/>
                        <a:pt x="93052" y="169201"/>
                        <a:pt x="91441" y="168481"/>
                      </a:cubicBezTo>
                      <a:cubicBezTo>
                        <a:pt x="78035" y="163030"/>
                        <a:pt x="68607" y="150789"/>
                        <a:pt x="66755" y="136458"/>
                      </a:cubicBezTo>
                      <a:cubicBezTo>
                        <a:pt x="66549" y="134984"/>
                        <a:pt x="66446" y="133475"/>
                        <a:pt x="66515" y="131967"/>
                      </a:cubicBezTo>
                      <a:cubicBezTo>
                        <a:pt x="66618" y="130938"/>
                        <a:pt x="67064" y="130595"/>
                        <a:pt x="67990" y="131178"/>
                      </a:cubicBezTo>
                      <a:cubicBezTo>
                        <a:pt x="72686" y="133578"/>
                        <a:pt x="77795" y="135018"/>
                        <a:pt x="83041" y="135429"/>
                      </a:cubicBezTo>
                      <a:cubicBezTo>
                        <a:pt x="81361" y="134092"/>
                        <a:pt x="79784" y="132618"/>
                        <a:pt x="78241" y="131178"/>
                      </a:cubicBezTo>
                      <a:cubicBezTo>
                        <a:pt x="66755" y="120275"/>
                        <a:pt x="62298" y="98058"/>
                        <a:pt x="71487" y="84241"/>
                      </a:cubicBezTo>
                      <a:cubicBezTo>
                        <a:pt x="72241" y="83109"/>
                        <a:pt x="72721" y="83109"/>
                        <a:pt x="73646" y="84172"/>
                      </a:cubicBezTo>
                      <a:cubicBezTo>
                        <a:pt x="94664" y="108172"/>
                        <a:pt x="120549" y="119383"/>
                        <a:pt x="151749" y="124047"/>
                      </a:cubicBezTo>
                      <a:cubicBezTo>
                        <a:pt x="152572" y="124149"/>
                        <a:pt x="152675" y="124047"/>
                        <a:pt x="152538" y="123121"/>
                      </a:cubicBezTo>
                      <a:cubicBezTo>
                        <a:pt x="151578" y="117669"/>
                        <a:pt x="151749" y="112115"/>
                        <a:pt x="152950" y="106732"/>
                      </a:cubicBezTo>
                      <a:cubicBezTo>
                        <a:pt x="154355" y="101075"/>
                        <a:pt x="156995" y="95795"/>
                        <a:pt x="160664" y="91235"/>
                      </a:cubicBezTo>
                      <a:cubicBezTo>
                        <a:pt x="164195" y="86881"/>
                        <a:pt x="168618" y="83247"/>
                        <a:pt x="173589" y="80641"/>
                      </a:cubicBezTo>
                      <a:cubicBezTo>
                        <a:pt x="178184" y="78241"/>
                        <a:pt x="183189" y="76767"/>
                        <a:pt x="188332" y="76252"/>
                      </a:cubicBezTo>
                      <a:lnTo>
                        <a:pt x="188366" y="76252"/>
                      </a:lnTo>
                      <a:cubicBezTo>
                        <a:pt x="188778" y="76218"/>
                        <a:pt x="189189" y="76149"/>
                        <a:pt x="189601" y="76115"/>
                      </a:cubicBezTo>
                      <a:cubicBezTo>
                        <a:pt x="195361" y="75738"/>
                        <a:pt x="201155" y="76664"/>
                        <a:pt x="206504" y="78824"/>
                      </a:cubicBezTo>
                      <a:cubicBezTo>
                        <a:pt x="210515" y="80469"/>
                        <a:pt x="214218" y="82767"/>
                        <a:pt x="217509" y="85612"/>
                      </a:cubicBezTo>
                      <a:cubicBezTo>
                        <a:pt x="218229" y="86229"/>
                        <a:pt x="218881" y="86915"/>
                        <a:pt x="219498" y="87635"/>
                      </a:cubicBezTo>
                      <a:cubicBezTo>
                        <a:pt x="219909" y="88081"/>
                        <a:pt x="220527" y="88218"/>
                        <a:pt x="221075" y="88047"/>
                      </a:cubicBezTo>
                      <a:cubicBezTo>
                        <a:pt x="228995" y="86127"/>
                        <a:pt x="236641" y="83178"/>
                        <a:pt x="243807" y="79338"/>
                      </a:cubicBezTo>
                      <a:cubicBezTo>
                        <a:pt x="244115" y="79132"/>
                        <a:pt x="244458" y="79098"/>
                        <a:pt x="244800" y="79235"/>
                      </a:cubicBezTo>
                      <a:cubicBezTo>
                        <a:pt x="245075" y="79509"/>
                        <a:pt x="245075" y="79955"/>
                        <a:pt x="244835" y="80264"/>
                      </a:cubicBezTo>
                      <a:cubicBezTo>
                        <a:pt x="243464" y="84515"/>
                        <a:pt x="241338" y="88458"/>
                        <a:pt x="238492" y="91887"/>
                      </a:cubicBezTo>
                      <a:cubicBezTo>
                        <a:pt x="236675" y="94149"/>
                        <a:pt x="232115" y="99738"/>
                        <a:pt x="229030" y="100287"/>
                      </a:cubicBezTo>
                      <a:cubicBezTo>
                        <a:pt x="235612" y="99292"/>
                        <a:pt x="242058" y="97441"/>
                        <a:pt x="248160" y="94801"/>
                      </a:cubicBezTo>
                      <a:cubicBezTo>
                        <a:pt x="248950" y="94424"/>
                        <a:pt x="248881" y="94287"/>
                        <a:pt x="248881" y="94801"/>
                      </a:cubicBezTo>
                      <a:lnTo>
                        <a:pt x="248881" y="94972"/>
                      </a:lnTo>
                      <a:close/>
                    </a:path>
                  </a:pathLst>
                </a:custGeom>
                <a:solidFill>
                  <a:schemeClr val="bg1"/>
                </a:solidFill>
                <a:ln w="3429"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F7E132D-B06F-446A-53E1-D1D75551011C}"/>
                    </a:ext>
                  </a:extLst>
                </p:cNvPr>
                <p:cNvSpPr/>
                <p:nvPr/>
              </p:nvSpPr>
              <p:spPr>
                <a:xfrm>
                  <a:off x="2038397" y="4756548"/>
                  <a:ext cx="403945" cy="403946"/>
                </a:xfrm>
                <a:custGeom>
                  <a:avLst/>
                  <a:gdLst>
                    <a:gd name="connsiteX0" fmla="*/ 154766 w 308572"/>
                    <a:gd name="connsiteY0" fmla="*/ 1 h 308573"/>
                    <a:gd name="connsiteX1" fmla="*/ 1 w 308572"/>
                    <a:gd name="connsiteY1" fmla="*/ 153806 h 308573"/>
                    <a:gd name="connsiteX2" fmla="*/ 153806 w 308572"/>
                    <a:gd name="connsiteY2" fmla="*/ 308572 h 308573"/>
                    <a:gd name="connsiteX3" fmla="*/ 308572 w 308572"/>
                    <a:gd name="connsiteY3" fmla="*/ 154767 h 308573"/>
                    <a:gd name="connsiteX4" fmla="*/ 308572 w 308572"/>
                    <a:gd name="connsiteY4" fmla="*/ 154287 h 308573"/>
                    <a:gd name="connsiteX5" fmla="*/ 154766 w 308572"/>
                    <a:gd name="connsiteY5" fmla="*/ 1 h 308573"/>
                    <a:gd name="connsiteX6" fmla="*/ 257144 w 308572"/>
                    <a:gd name="connsiteY6" fmla="*/ 195121 h 308573"/>
                    <a:gd name="connsiteX7" fmla="*/ 195943 w 308572"/>
                    <a:gd name="connsiteY7" fmla="*/ 256526 h 308573"/>
                    <a:gd name="connsiteX8" fmla="*/ 114583 w 308572"/>
                    <a:gd name="connsiteY8" fmla="*/ 256526 h 308573"/>
                    <a:gd name="connsiteX9" fmla="*/ 53349 w 308572"/>
                    <a:gd name="connsiteY9" fmla="*/ 195121 h 308573"/>
                    <a:gd name="connsiteX10" fmla="*/ 53349 w 308572"/>
                    <a:gd name="connsiteY10" fmla="*/ 113486 h 308573"/>
                    <a:gd name="connsiteX11" fmla="*/ 114583 w 308572"/>
                    <a:gd name="connsiteY11" fmla="*/ 52081 h 308573"/>
                    <a:gd name="connsiteX12" fmla="*/ 195943 w 308572"/>
                    <a:gd name="connsiteY12" fmla="*/ 52081 h 308573"/>
                    <a:gd name="connsiteX13" fmla="*/ 257144 w 308572"/>
                    <a:gd name="connsiteY13" fmla="*/ 113486 h 308573"/>
                    <a:gd name="connsiteX14" fmla="*/ 257144 w 308572"/>
                    <a:gd name="connsiteY14" fmla="*/ 195121 h 308573"/>
                    <a:gd name="connsiteX15" fmla="*/ 156103 w 308572"/>
                    <a:gd name="connsiteY15" fmla="*/ 122024 h 308573"/>
                    <a:gd name="connsiteX16" fmla="*/ 123703 w 308572"/>
                    <a:gd name="connsiteY16" fmla="*/ 154149 h 308573"/>
                    <a:gd name="connsiteX17" fmla="*/ 155829 w 308572"/>
                    <a:gd name="connsiteY17" fmla="*/ 186550 h 308573"/>
                    <a:gd name="connsiteX18" fmla="*/ 188229 w 308572"/>
                    <a:gd name="connsiteY18" fmla="*/ 154424 h 308573"/>
                    <a:gd name="connsiteX19" fmla="*/ 188229 w 308572"/>
                    <a:gd name="connsiteY19" fmla="*/ 154287 h 308573"/>
                    <a:gd name="connsiteX20" fmla="*/ 156103 w 308572"/>
                    <a:gd name="connsiteY20" fmla="*/ 122024 h 308573"/>
                    <a:gd name="connsiteX21" fmla="*/ 195943 w 308572"/>
                    <a:gd name="connsiteY21" fmla="*/ 71315 h 308573"/>
                    <a:gd name="connsiteX22" fmla="*/ 114583 w 308572"/>
                    <a:gd name="connsiteY22" fmla="*/ 71315 h 308573"/>
                    <a:gd name="connsiteX23" fmla="*/ 72515 w 308572"/>
                    <a:gd name="connsiteY23" fmla="*/ 113486 h 308573"/>
                    <a:gd name="connsiteX24" fmla="*/ 72515 w 308572"/>
                    <a:gd name="connsiteY24" fmla="*/ 195121 h 308573"/>
                    <a:gd name="connsiteX25" fmla="*/ 114583 w 308572"/>
                    <a:gd name="connsiteY25" fmla="*/ 237292 h 308573"/>
                    <a:gd name="connsiteX26" fmla="*/ 195943 w 308572"/>
                    <a:gd name="connsiteY26" fmla="*/ 237292 h 308573"/>
                    <a:gd name="connsiteX27" fmla="*/ 237978 w 308572"/>
                    <a:gd name="connsiteY27" fmla="*/ 195121 h 308573"/>
                    <a:gd name="connsiteX28" fmla="*/ 237978 w 308572"/>
                    <a:gd name="connsiteY28" fmla="*/ 113486 h 308573"/>
                    <a:gd name="connsiteX29" fmla="*/ 195943 w 308572"/>
                    <a:gd name="connsiteY29" fmla="*/ 71315 h 308573"/>
                    <a:gd name="connsiteX30" fmla="*/ 156103 w 308572"/>
                    <a:gd name="connsiteY30" fmla="*/ 204652 h 308573"/>
                    <a:gd name="connsiteX31" fmla="*/ 105600 w 308572"/>
                    <a:gd name="connsiteY31" fmla="*/ 154458 h 308573"/>
                    <a:gd name="connsiteX32" fmla="*/ 155795 w 308572"/>
                    <a:gd name="connsiteY32" fmla="*/ 103955 h 308573"/>
                    <a:gd name="connsiteX33" fmla="*/ 206298 w 308572"/>
                    <a:gd name="connsiteY33" fmla="*/ 154149 h 308573"/>
                    <a:gd name="connsiteX34" fmla="*/ 206298 w 308572"/>
                    <a:gd name="connsiteY34" fmla="*/ 154287 h 308573"/>
                    <a:gd name="connsiteX35" fmla="*/ 156103 w 308572"/>
                    <a:gd name="connsiteY35" fmla="*/ 204652 h 308573"/>
                    <a:gd name="connsiteX36" fmla="*/ 209211 w 308572"/>
                    <a:gd name="connsiteY36" fmla="*/ 112561 h 308573"/>
                    <a:gd name="connsiteX37" fmla="*/ 197144 w 308572"/>
                    <a:gd name="connsiteY37" fmla="*/ 100629 h 308573"/>
                    <a:gd name="connsiteX38" fmla="*/ 209075 w 308572"/>
                    <a:gd name="connsiteY38" fmla="*/ 88561 h 308573"/>
                    <a:gd name="connsiteX39" fmla="*/ 221144 w 308572"/>
                    <a:gd name="connsiteY39" fmla="*/ 100492 h 308573"/>
                    <a:gd name="connsiteX40" fmla="*/ 221144 w 308572"/>
                    <a:gd name="connsiteY40" fmla="*/ 100561 h 308573"/>
                    <a:gd name="connsiteX41" fmla="*/ 209211 w 308572"/>
                    <a:gd name="connsiteY41" fmla="*/ 112561 h 30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08572" h="308573">
                      <a:moveTo>
                        <a:pt x="154766" y="1"/>
                      </a:moveTo>
                      <a:cubicBezTo>
                        <a:pt x="69566" y="-273"/>
                        <a:pt x="275" y="68607"/>
                        <a:pt x="1" y="153806"/>
                      </a:cubicBezTo>
                      <a:cubicBezTo>
                        <a:pt x="-274" y="239006"/>
                        <a:pt x="68607" y="308298"/>
                        <a:pt x="153806" y="308572"/>
                      </a:cubicBezTo>
                      <a:cubicBezTo>
                        <a:pt x="239006" y="308846"/>
                        <a:pt x="308298" y="239967"/>
                        <a:pt x="308572" y="154767"/>
                      </a:cubicBezTo>
                      <a:cubicBezTo>
                        <a:pt x="308572" y="154595"/>
                        <a:pt x="308572" y="154458"/>
                        <a:pt x="308572" y="154287"/>
                      </a:cubicBezTo>
                      <a:cubicBezTo>
                        <a:pt x="308709" y="69223"/>
                        <a:pt x="239829" y="138"/>
                        <a:pt x="154766" y="1"/>
                      </a:cubicBezTo>
                      <a:close/>
                      <a:moveTo>
                        <a:pt x="257144" y="195121"/>
                      </a:moveTo>
                      <a:cubicBezTo>
                        <a:pt x="257144" y="228961"/>
                        <a:pt x="229783" y="256424"/>
                        <a:pt x="195943" y="256526"/>
                      </a:cubicBezTo>
                      <a:lnTo>
                        <a:pt x="114583" y="256526"/>
                      </a:lnTo>
                      <a:cubicBezTo>
                        <a:pt x="80743" y="256424"/>
                        <a:pt x="53349" y="228961"/>
                        <a:pt x="53349" y="195121"/>
                      </a:cubicBezTo>
                      <a:lnTo>
                        <a:pt x="53349" y="113486"/>
                      </a:lnTo>
                      <a:cubicBezTo>
                        <a:pt x="53314" y="79646"/>
                        <a:pt x="80743" y="52149"/>
                        <a:pt x="114583" y="52081"/>
                      </a:cubicBezTo>
                      <a:lnTo>
                        <a:pt x="195943" y="52081"/>
                      </a:lnTo>
                      <a:cubicBezTo>
                        <a:pt x="229783" y="52184"/>
                        <a:pt x="257178" y="79646"/>
                        <a:pt x="257144" y="113486"/>
                      </a:cubicBezTo>
                      <a:lnTo>
                        <a:pt x="257144" y="195121"/>
                      </a:lnTo>
                      <a:close/>
                      <a:moveTo>
                        <a:pt x="156103" y="122024"/>
                      </a:moveTo>
                      <a:cubicBezTo>
                        <a:pt x="138275" y="121955"/>
                        <a:pt x="123772" y="136321"/>
                        <a:pt x="123703" y="154149"/>
                      </a:cubicBezTo>
                      <a:cubicBezTo>
                        <a:pt x="123634" y="171978"/>
                        <a:pt x="138001" y="186481"/>
                        <a:pt x="155829" y="186550"/>
                      </a:cubicBezTo>
                      <a:cubicBezTo>
                        <a:pt x="173658" y="186618"/>
                        <a:pt x="188160" y="172252"/>
                        <a:pt x="188229" y="154424"/>
                      </a:cubicBezTo>
                      <a:cubicBezTo>
                        <a:pt x="188229" y="154389"/>
                        <a:pt x="188229" y="154321"/>
                        <a:pt x="188229" y="154287"/>
                      </a:cubicBezTo>
                      <a:cubicBezTo>
                        <a:pt x="188229" y="136526"/>
                        <a:pt x="173864" y="122092"/>
                        <a:pt x="156103" y="122024"/>
                      </a:cubicBezTo>
                      <a:close/>
                      <a:moveTo>
                        <a:pt x="195943" y="71315"/>
                      </a:moveTo>
                      <a:lnTo>
                        <a:pt x="114583" y="71315"/>
                      </a:lnTo>
                      <a:cubicBezTo>
                        <a:pt x="91338" y="71350"/>
                        <a:pt x="72515" y="90241"/>
                        <a:pt x="72515" y="113486"/>
                      </a:cubicBezTo>
                      <a:lnTo>
                        <a:pt x="72515" y="195121"/>
                      </a:lnTo>
                      <a:cubicBezTo>
                        <a:pt x="72515" y="218366"/>
                        <a:pt x="91338" y="237223"/>
                        <a:pt x="114583" y="237292"/>
                      </a:cubicBezTo>
                      <a:lnTo>
                        <a:pt x="195943" y="237292"/>
                      </a:lnTo>
                      <a:cubicBezTo>
                        <a:pt x="219189" y="237223"/>
                        <a:pt x="237978" y="218366"/>
                        <a:pt x="237978" y="195121"/>
                      </a:cubicBezTo>
                      <a:lnTo>
                        <a:pt x="237978" y="113486"/>
                      </a:lnTo>
                      <a:cubicBezTo>
                        <a:pt x="238012" y="90241"/>
                        <a:pt x="219189" y="71383"/>
                        <a:pt x="195943" y="71315"/>
                      </a:cubicBezTo>
                      <a:close/>
                      <a:moveTo>
                        <a:pt x="156103" y="204652"/>
                      </a:moveTo>
                      <a:cubicBezTo>
                        <a:pt x="128298" y="204721"/>
                        <a:pt x="105669" y="182264"/>
                        <a:pt x="105600" y="154458"/>
                      </a:cubicBezTo>
                      <a:cubicBezTo>
                        <a:pt x="105532" y="126652"/>
                        <a:pt x="127989" y="104024"/>
                        <a:pt x="155795" y="103955"/>
                      </a:cubicBezTo>
                      <a:cubicBezTo>
                        <a:pt x="183600" y="103887"/>
                        <a:pt x="206195" y="126344"/>
                        <a:pt x="206298" y="154149"/>
                      </a:cubicBezTo>
                      <a:cubicBezTo>
                        <a:pt x="206298" y="154184"/>
                        <a:pt x="206298" y="154252"/>
                        <a:pt x="206298" y="154287"/>
                      </a:cubicBezTo>
                      <a:cubicBezTo>
                        <a:pt x="206332" y="182058"/>
                        <a:pt x="183875" y="204584"/>
                        <a:pt x="156103" y="204652"/>
                      </a:cubicBezTo>
                      <a:close/>
                      <a:moveTo>
                        <a:pt x="209211" y="112561"/>
                      </a:moveTo>
                      <a:cubicBezTo>
                        <a:pt x="202595" y="112595"/>
                        <a:pt x="197178" y="107247"/>
                        <a:pt x="197144" y="100629"/>
                      </a:cubicBezTo>
                      <a:cubicBezTo>
                        <a:pt x="197109" y="94012"/>
                        <a:pt x="202457" y="88595"/>
                        <a:pt x="209075" y="88561"/>
                      </a:cubicBezTo>
                      <a:cubicBezTo>
                        <a:pt x="215692" y="88526"/>
                        <a:pt x="221109" y="93875"/>
                        <a:pt x="221144" y="100492"/>
                      </a:cubicBezTo>
                      <a:cubicBezTo>
                        <a:pt x="221144" y="100526"/>
                        <a:pt x="221144" y="100526"/>
                        <a:pt x="221144" y="100561"/>
                      </a:cubicBezTo>
                      <a:cubicBezTo>
                        <a:pt x="221144" y="107178"/>
                        <a:pt x="215829" y="112526"/>
                        <a:pt x="209211" y="112561"/>
                      </a:cubicBezTo>
                      <a:close/>
                    </a:path>
                  </a:pathLst>
                </a:custGeom>
                <a:solidFill>
                  <a:schemeClr val="bg1"/>
                </a:solidFill>
                <a:ln w="3429"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A6757A8B-7446-8484-3E60-912D0FBCA835}"/>
                    </a:ext>
                  </a:extLst>
                </p:cNvPr>
                <p:cNvSpPr/>
                <p:nvPr/>
              </p:nvSpPr>
              <p:spPr>
                <a:xfrm>
                  <a:off x="1237584" y="4756548"/>
                  <a:ext cx="403945" cy="403946"/>
                </a:xfrm>
                <a:custGeom>
                  <a:avLst/>
                  <a:gdLst>
                    <a:gd name="connsiteX0" fmla="*/ 154767 w 308572"/>
                    <a:gd name="connsiteY0" fmla="*/ 1 h 308573"/>
                    <a:gd name="connsiteX1" fmla="*/ 1 w 308572"/>
                    <a:gd name="connsiteY1" fmla="*/ 153806 h 308573"/>
                    <a:gd name="connsiteX2" fmla="*/ 153807 w 308572"/>
                    <a:gd name="connsiteY2" fmla="*/ 308572 h 308573"/>
                    <a:gd name="connsiteX3" fmla="*/ 308572 w 308572"/>
                    <a:gd name="connsiteY3" fmla="*/ 154767 h 308573"/>
                    <a:gd name="connsiteX4" fmla="*/ 308572 w 308572"/>
                    <a:gd name="connsiteY4" fmla="*/ 154287 h 308573"/>
                    <a:gd name="connsiteX5" fmla="*/ 154801 w 308572"/>
                    <a:gd name="connsiteY5" fmla="*/ 1 h 308573"/>
                    <a:gd name="connsiteX6" fmla="*/ 154767 w 308572"/>
                    <a:gd name="connsiteY6" fmla="*/ 1 h 308573"/>
                    <a:gd name="connsiteX7" fmla="*/ 199852 w 308572"/>
                    <a:gd name="connsiteY7" fmla="*/ 87978 h 308573"/>
                    <a:gd name="connsiteX8" fmla="*/ 197418 w 308572"/>
                    <a:gd name="connsiteY8" fmla="*/ 90412 h 308573"/>
                    <a:gd name="connsiteX9" fmla="*/ 177876 w 308572"/>
                    <a:gd name="connsiteY9" fmla="*/ 90412 h 308573"/>
                    <a:gd name="connsiteX10" fmla="*/ 169167 w 308572"/>
                    <a:gd name="connsiteY10" fmla="*/ 99121 h 308573"/>
                    <a:gd name="connsiteX11" fmla="*/ 169167 w 308572"/>
                    <a:gd name="connsiteY11" fmla="*/ 119658 h 308573"/>
                    <a:gd name="connsiteX12" fmla="*/ 196972 w 308572"/>
                    <a:gd name="connsiteY12" fmla="*/ 119658 h 308573"/>
                    <a:gd name="connsiteX13" fmla="*/ 199407 w 308572"/>
                    <a:gd name="connsiteY13" fmla="*/ 122092 h 308573"/>
                    <a:gd name="connsiteX14" fmla="*/ 199407 w 308572"/>
                    <a:gd name="connsiteY14" fmla="*/ 122332 h 308573"/>
                    <a:gd name="connsiteX15" fmla="*/ 196972 w 308572"/>
                    <a:gd name="connsiteY15" fmla="*/ 151269 h 308573"/>
                    <a:gd name="connsiteX16" fmla="*/ 194538 w 308572"/>
                    <a:gd name="connsiteY16" fmla="*/ 153532 h 308573"/>
                    <a:gd name="connsiteX17" fmla="*/ 169167 w 308572"/>
                    <a:gd name="connsiteY17" fmla="*/ 153532 h 308573"/>
                    <a:gd name="connsiteX18" fmla="*/ 169167 w 308572"/>
                    <a:gd name="connsiteY18" fmla="*/ 249567 h 308573"/>
                    <a:gd name="connsiteX19" fmla="*/ 166733 w 308572"/>
                    <a:gd name="connsiteY19" fmla="*/ 252001 h 308573"/>
                    <a:gd name="connsiteX20" fmla="*/ 131726 w 308572"/>
                    <a:gd name="connsiteY20" fmla="*/ 252001 h 308573"/>
                    <a:gd name="connsiteX21" fmla="*/ 129292 w 308572"/>
                    <a:gd name="connsiteY21" fmla="*/ 249567 h 308573"/>
                    <a:gd name="connsiteX22" fmla="*/ 129292 w 308572"/>
                    <a:gd name="connsiteY22" fmla="*/ 153532 h 308573"/>
                    <a:gd name="connsiteX23" fmla="*/ 111807 w 308572"/>
                    <a:gd name="connsiteY23" fmla="*/ 153532 h 308573"/>
                    <a:gd name="connsiteX24" fmla="*/ 109338 w 308572"/>
                    <a:gd name="connsiteY24" fmla="*/ 151098 h 308573"/>
                    <a:gd name="connsiteX25" fmla="*/ 109338 w 308572"/>
                    <a:gd name="connsiteY25" fmla="*/ 151064 h 308573"/>
                    <a:gd name="connsiteX26" fmla="*/ 109338 w 308572"/>
                    <a:gd name="connsiteY26" fmla="*/ 122127 h 308573"/>
                    <a:gd name="connsiteX27" fmla="*/ 111773 w 308572"/>
                    <a:gd name="connsiteY27" fmla="*/ 119658 h 308573"/>
                    <a:gd name="connsiteX28" fmla="*/ 111807 w 308572"/>
                    <a:gd name="connsiteY28" fmla="*/ 119658 h 308573"/>
                    <a:gd name="connsiteX29" fmla="*/ 129292 w 308572"/>
                    <a:gd name="connsiteY29" fmla="*/ 119658 h 308573"/>
                    <a:gd name="connsiteX30" fmla="*/ 129292 w 308572"/>
                    <a:gd name="connsiteY30" fmla="*/ 91784 h 308573"/>
                    <a:gd name="connsiteX31" fmla="*/ 164366 w 308572"/>
                    <a:gd name="connsiteY31" fmla="*/ 56572 h 308573"/>
                    <a:gd name="connsiteX32" fmla="*/ 197418 w 308572"/>
                    <a:gd name="connsiteY32" fmla="*/ 56572 h 308573"/>
                    <a:gd name="connsiteX33" fmla="*/ 199852 w 308572"/>
                    <a:gd name="connsiteY33" fmla="*/ 59041 h 308573"/>
                    <a:gd name="connsiteX34" fmla="*/ 199852 w 308572"/>
                    <a:gd name="connsiteY34" fmla="*/ 59041 h 308573"/>
                    <a:gd name="connsiteX35" fmla="*/ 199852 w 308572"/>
                    <a:gd name="connsiteY35" fmla="*/ 87978 h 30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08572" h="308573">
                      <a:moveTo>
                        <a:pt x="154767" y="1"/>
                      </a:moveTo>
                      <a:cubicBezTo>
                        <a:pt x="69567" y="-273"/>
                        <a:pt x="275" y="68607"/>
                        <a:pt x="1" y="153806"/>
                      </a:cubicBezTo>
                      <a:cubicBezTo>
                        <a:pt x="-274" y="239006"/>
                        <a:pt x="68607" y="308298"/>
                        <a:pt x="153807" y="308572"/>
                      </a:cubicBezTo>
                      <a:cubicBezTo>
                        <a:pt x="239006" y="308846"/>
                        <a:pt x="308298" y="239967"/>
                        <a:pt x="308572" y="154767"/>
                      </a:cubicBezTo>
                      <a:cubicBezTo>
                        <a:pt x="308572" y="154595"/>
                        <a:pt x="308572" y="154458"/>
                        <a:pt x="308572" y="154287"/>
                      </a:cubicBezTo>
                      <a:cubicBezTo>
                        <a:pt x="308710" y="69223"/>
                        <a:pt x="239864" y="138"/>
                        <a:pt x="154801" y="1"/>
                      </a:cubicBezTo>
                      <a:cubicBezTo>
                        <a:pt x="154767" y="1"/>
                        <a:pt x="154767" y="1"/>
                        <a:pt x="154767" y="1"/>
                      </a:cubicBezTo>
                      <a:close/>
                      <a:moveTo>
                        <a:pt x="199852" y="87978"/>
                      </a:moveTo>
                      <a:cubicBezTo>
                        <a:pt x="199852" y="89315"/>
                        <a:pt x="198755" y="90412"/>
                        <a:pt x="197418" y="90412"/>
                      </a:cubicBezTo>
                      <a:lnTo>
                        <a:pt x="177876" y="90412"/>
                      </a:lnTo>
                      <a:cubicBezTo>
                        <a:pt x="173075" y="90412"/>
                        <a:pt x="169167" y="94321"/>
                        <a:pt x="169167" y="99121"/>
                      </a:cubicBezTo>
                      <a:lnTo>
                        <a:pt x="169167" y="119658"/>
                      </a:lnTo>
                      <a:lnTo>
                        <a:pt x="196972" y="119658"/>
                      </a:lnTo>
                      <a:cubicBezTo>
                        <a:pt x="198310" y="119658"/>
                        <a:pt x="199407" y="120755"/>
                        <a:pt x="199407" y="122092"/>
                      </a:cubicBezTo>
                      <a:cubicBezTo>
                        <a:pt x="199407" y="122161"/>
                        <a:pt x="199407" y="122264"/>
                        <a:pt x="199407" y="122332"/>
                      </a:cubicBezTo>
                      <a:lnTo>
                        <a:pt x="196972" y="151269"/>
                      </a:lnTo>
                      <a:cubicBezTo>
                        <a:pt x="196869" y="152538"/>
                        <a:pt x="195807" y="153532"/>
                        <a:pt x="194538" y="153532"/>
                      </a:cubicBezTo>
                      <a:lnTo>
                        <a:pt x="169167" y="153532"/>
                      </a:lnTo>
                      <a:lnTo>
                        <a:pt x="169167" y="249567"/>
                      </a:lnTo>
                      <a:cubicBezTo>
                        <a:pt x="169167" y="250904"/>
                        <a:pt x="168069" y="252001"/>
                        <a:pt x="166733" y="252001"/>
                      </a:cubicBezTo>
                      <a:lnTo>
                        <a:pt x="131726" y="252001"/>
                      </a:lnTo>
                      <a:cubicBezTo>
                        <a:pt x="130389" y="252001"/>
                        <a:pt x="129292" y="250904"/>
                        <a:pt x="129292" y="249567"/>
                      </a:cubicBezTo>
                      <a:lnTo>
                        <a:pt x="129292" y="153532"/>
                      </a:lnTo>
                      <a:lnTo>
                        <a:pt x="111807" y="153532"/>
                      </a:lnTo>
                      <a:cubicBezTo>
                        <a:pt x="110435" y="153532"/>
                        <a:pt x="109338" y="152435"/>
                        <a:pt x="109338" y="151098"/>
                      </a:cubicBezTo>
                      <a:cubicBezTo>
                        <a:pt x="109338" y="151064"/>
                        <a:pt x="109338" y="151064"/>
                        <a:pt x="109338" y="151064"/>
                      </a:cubicBezTo>
                      <a:lnTo>
                        <a:pt x="109338" y="122127"/>
                      </a:lnTo>
                      <a:cubicBezTo>
                        <a:pt x="109338" y="120755"/>
                        <a:pt x="110435" y="119658"/>
                        <a:pt x="111773" y="119658"/>
                      </a:cubicBezTo>
                      <a:cubicBezTo>
                        <a:pt x="111807" y="119658"/>
                        <a:pt x="111807" y="119658"/>
                        <a:pt x="111807" y="119658"/>
                      </a:cubicBezTo>
                      <a:lnTo>
                        <a:pt x="129292" y="119658"/>
                      </a:lnTo>
                      <a:lnTo>
                        <a:pt x="129292" y="91784"/>
                      </a:lnTo>
                      <a:cubicBezTo>
                        <a:pt x="129258" y="72378"/>
                        <a:pt x="144961" y="56607"/>
                        <a:pt x="164366" y="56572"/>
                      </a:cubicBezTo>
                      <a:lnTo>
                        <a:pt x="197418" y="56572"/>
                      </a:lnTo>
                      <a:cubicBezTo>
                        <a:pt x="198755" y="56572"/>
                        <a:pt x="199852" y="57704"/>
                        <a:pt x="199852" y="59041"/>
                      </a:cubicBezTo>
                      <a:cubicBezTo>
                        <a:pt x="199852" y="59041"/>
                        <a:pt x="199852" y="59041"/>
                        <a:pt x="199852" y="59041"/>
                      </a:cubicBezTo>
                      <a:lnTo>
                        <a:pt x="199852" y="87978"/>
                      </a:lnTo>
                      <a:close/>
                    </a:path>
                  </a:pathLst>
                </a:custGeom>
                <a:solidFill>
                  <a:schemeClr val="bg1"/>
                </a:solidFill>
                <a:ln w="3429"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1789894683"/>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a="http://schemas.openxmlformats.org/drawingml/2006/main" name="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395</TotalTime>
  <Words>607</Words>
  <Application>Microsoft Office PowerPoint</Application>
  <PresentationFormat>Widescreen</PresentationFormat>
  <Paragraphs>65</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Arjun K</dc:creator>
  <cp:lastModifiedBy>Flavia Paula</cp:lastModifiedBy>
  <cp:revision>14</cp:revision>
  <dcterms:created xsi:type="dcterms:W3CDTF">2023-07-17T10:40:47Z</dcterms:created>
  <dcterms:modified xsi:type="dcterms:W3CDTF">2023-12-05T14:35:17Z</dcterms:modified>
</cp:coreProperties>
</file>